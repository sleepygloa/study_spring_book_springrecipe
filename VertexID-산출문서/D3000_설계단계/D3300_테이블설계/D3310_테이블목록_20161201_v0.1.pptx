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68" r:id="rId10"/>
    <p:sldId id="264" r:id="rId11"/>
    <p:sldId id="267" r:id="rId12"/>
  </p:sldIdLst>
  <p:sldSz cx="9906000" cy="6858000" type="A4"/>
  <p:notesSz cx="6669088" cy="97536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900" kern="1200">
        <a:solidFill>
          <a:schemeClr val="tx1"/>
        </a:solidFill>
        <a:latin typeface="굴림체" panose="020B0609000101010101" pitchFamily="49" charset="-127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006666"/>
    <a:srgbClr val="660066"/>
    <a:srgbClr val="EADBD0"/>
    <a:srgbClr val="969696"/>
    <a:srgbClr val="B2B2B2"/>
    <a:srgbClr val="C0C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6" autoAdjust="0"/>
    <p:restoredTop sz="94692" autoAdjust="0"/>
  </p:normalViewPr>
  <p:slideViewPr>
    <p:cSldViewPr>
      <p:cViewPr varScale="1">
        <p:scale>
          <a:sx n="95" d="100"/>
          <a:sy n="95" d="100"/>
        </p:scale>
        <p:origin x="84" y="22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198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329-38C5-433B-961B-267BF6F8118F}" type="datetimeFigureOut">
              <a:rPr lang="ko-KR" altLang="en-US" smtClean="0"/>
              <a:t>2017-03-21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78250" y="926465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0D43F-11D9-4BA7-8936-DCB7F9C04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179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34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9" name="Group 315"/>
          <p:cNvGraphicFramePr>
            <a:graphicFrameLocks noGrp="1"/>
          </p:cNvGraphicFramePr>
          <p:nvPr/>
        </p:nvGraphicFramePr>
        <p:xfrm>
          <a:off x="265113" y="260350"/>
          <a:ext cx="9440862" cy="738189"/>
        </p:xfrm>
        <a:graphic>
          <a:graphicData uri="http://schemas.openxmlformats.org/drawingml/2006/table">
            <a:tbl>
              <a:tblPr/>
              <a:tblGrid>
                <a:gridCol w="1030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(PWM)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공정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작성일자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문서명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2" name="Line 215"/>
          <p:cNvSpPr>
            <a:spLocks noChangeShapeType="1"/>
          </p:cNvSpPr>
          <p:nvPr userDrawn="1"/>
        </p:nvSpPr>
        <p:spPr bwMode="auto">
          <a:xfrm>
            <a:off x="273050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29"/>
          <p:cNvSpPr txBox="1"/>
          <p:nvPr userDrawn="1"/>
        </p:nvSpPr>
        <p:spPr>
          <a:xfrm>
            <a:off x="7096125" y="785813"/>
            <a:ext cx="1143000" cy="2301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CE568D77-5D50-413A-9F7F-D77493E02DE4}" type="slidenum">
              <a:rPr lang="ko-KR" altLang="en-US" b="1" smtClean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1" hangingPunct="1">
                <a:defRPr/>
              </a:pPr>
              <a:t>‹#›</a:t>
            </a:fld>
            <a:endParaRPr lang="ko-KR" altLang="en-US" b="1">
              <a:solidFill>
                <a:srgbClr val="7F7F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081" y="6571474"/>
            <a:ext cx="816894" cy="19653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679" y="455404"/>
            <a:ext cx="1457849" cy="3748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268391"/>
              </p:ext>
            </p:extLst>
          </p:nvPr>
        </p:nvGraphicFramePr>
        <p:xfrm>
          <a:off x="271463" y="1054100"/>
          <a:ext cx="9431337" cy="5418142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TB_MS_DC_M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TB_MS_AREA_M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TB_MS_ZONE_M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TB_MS_LOC_M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TB_MS_CLIENT_M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TB_MS_SUPPLIER_M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TB_MS_STORE_M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TB_MS_ITEM_CLASS_M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제품분류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TB_MS_ITEM_M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TB_MS_ITEM_UOM_M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제품단위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TB_MS_ITEM_DC_M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물류센터제품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TB_MS_ITEM_SET_M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세트제품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TB_MS_ITEM_LOC_M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제품별고정로케이션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TB_MS_SPEC_M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TB_MS_PLT_ID_M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파렛트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TB_MS_BOX_ID_M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TB_MS_DOMAIN_M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886786"/>
              </p:ext>
            </p:extLst>
          </p:nvPr>
        </p:nvGraphicFramePr>
        <p:xfrm>
          <a:off x="271463" y="1054100"/>
          <a:ext cx="9431337" cy="5418142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TB_IB_M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TB_IB_D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TB_IB_EXAM_M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입고검수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TB_IB_INST_M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TB_IB_PUTW_M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입고적치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TB_IB_SERIAL_M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입고시리얼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TB_IB_TC_REQ_M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이고의뢰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TB_IB_TC_REQ_D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이고의뢰상세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4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847122"/>
              </p:ext>
            </p:extLst>
          </p:nvPr>
        </p:nvGraphicFramePr>
        <p:xfrm>
          <a:off x="271463" y="1054100"/>
          <a:ext cx="9431337" cy="5418142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TB_OB_M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TB_OB_D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TB_OB_WAVE_M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TB_OB_INST_M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TB_OB_PICK_M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출고피킹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TB_OB_SERIAL_M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출고시리얼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TB_OB_WAVE_STD_M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WAVE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12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261360"/>
              </p:ext>
            </p:extLst>
          </p:nvPr>
        </p:nvGraphicFramePr>
        <p:xfrm>
          <a:off x="271463" y="1054100"/>
          <a:ext cx="9431337" cy="5418142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TB_RI_M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TB_RI_D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TB_RI_EXAM_M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반입검수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TB_RI_INST_M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TB_RI_PUTW_M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반입적치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TB_RI_SERIAL_M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반입시리얼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467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/>
          </p:nvPr>
        </p:nvGraphicFramePr>
        <p:xfrm>
          <a:off x="271463" y="1054100"/>
          <a:ext cx="9431337" cy="5418142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TB_RO_M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TB_RO_D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반출상세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TB_RO_INST_M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반출지시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TB_RO_PICK_M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반출피킹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TB_RO_SERIAL_M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반출시리얼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482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688954"/>
              </p:ext>
            </p:extLst>
          </p:nvPr>
        </p:nvGraphicFramePr>
        <p:xfrm>
          <a:off x="271463" y="1054100"/>
          <a:ext cx="9431337" cy="5416553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TB_ST_MOVE_M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TB_ST_MOVE_D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재고이동상세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75592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TB_ST_ADJS_M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재고조정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82009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TB_ST_ADJS_D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재고조정상세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9308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TB_ST_ITEM_CD_CHG_M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80645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TB_ST_ITEM_CD_CHG_D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제품코드변경상세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132828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TB_ST_ITEM_ST_CHG_M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61958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TB_ST_ITEM_ST_CHG_D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제품상태변경상세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51867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TB_ST_LOT_CHG_M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TB_ST_LOT_CHG_D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TB_ST_HOLD_M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재고보류해제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TB_ST_HOLD_D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재고보류해제상세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TB_ST_PLT_ID_CHG_M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재고팔레트변경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TB_ST_PLT_ID_CHG_D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재고팔레트변경상세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TB_ST_DIST_MANF_M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유통가공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TB_ST_DIST_MANF_D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유통가공상세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TB_ST_DIST_MANF_W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유통가공작업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TB_ST_INSP_M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재고실사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4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64080"/>
              </p:ext>
            </p:extLst>
          </p:nvPr>
        </p:nvGraphicFramePr>
        <p:xfrm>
          <a:off x="271463" y="1054100"/>
          <a:ext cx="9431337" cy="5416553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TB_ST_INSP_D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재고실사상세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TB_ST_ITEM_STOCK_M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제품가용재고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75592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TB_ST_STOCK_M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82009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TB_ST_HIST_M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재고이력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9308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TB_ST_LOT_ID_M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80645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TB_ST_INOUT_HIST_M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수불이력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132828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TB_ST_INOUT_INIT_M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수불기초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61958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51867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25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886055"/>
              </p:ext>
            </p:extLst>
          </p:nvPr>
        </p:nvGraphicFramePr>
        <p:xfrm>
          <a:off x="271463" y="1054100"/>
          <a:ext cx="9431337" cy="5418142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TB_IF_FIT_CHK_M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정합성체크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TB_IF_CD_MAPP_M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코드매핑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38747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TB_IF_RTX_MAPP_M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송수신매핑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TB_IF_RTX_MAPP_D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송수신매핑상세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TB_IF_RTX_ERR_M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송수신 오류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TB_IF_UP_FLAG_M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수정플래그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TB_IF_SCHD_M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스케쥴러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TB_IF_LOC_RX_M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TB_IF_SUPPLIER_RX_M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공급처수신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TB_IF_STORE_RX_M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TB_IF_ITEM_CLASS_RX_M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제품분류수신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TB_IF_ITEM_RX_M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TB_IF_ITEM_UOM_RX_M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제품단위수신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TB_IF_IB_PLAN_RX_M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입고예정수신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TB_IF_OB_PLAN_RX_M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TB_IF_RI_PLAN_RX_M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반입예정수신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TB_IF_RO_PLAN_RX_M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반출예정수신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TB_IF_IB_CONF_TX_M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입고확정송신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10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314255"/>
              </p:ext>
            </p:extLst>
          </p:nvPr>
        </p:nvGraphicFramePr>
        <p:xfrm>
          <a:off x="271463" y="1054100"/>
          <a:ext cx="9431337" cy="5418142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TB_IF_OB_CONF_TX_M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출고확정송신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TB_IF_OB_CONF_TX_M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배송완료송신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3874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TB_IF_RI_CONF_TX_M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반입확정송신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TB_IF_RO_CONF_TX_M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반출확정송신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TB_IF_STOCK_TX_M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현재고송신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993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1615" name="Group 111"/>
          <p:cNvGraphicFramePr>
            <a:graphicFrameLocks noGrp="1"/>
          </p:cNvGraphicFramePr>
          <p:nvPr>
            <p:extLst/>
          </p:nvPr>
        </p:nvGraphicFramePr>
        <p:xfrm>
          <a:off x="271463" y="1054100"/>
          <a:ext cx="9431337" cy="5418142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요 설 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TB_SY_OP_RULE_M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운영규칙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TB_SY_OP_RULE_D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운영규칙상세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TB_SY_OP_RULE_CLIENT_M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고객사운영규칙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TB_SY_LOT_STRTG_M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TB_SY_LOT_STRTG_D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TB_SY_PUTW_STRTG_M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적치전략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TB_SY_PUTW_STRTG_D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적치전략상세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TB_SY_PUTW_STRTG_S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적치전략설정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TB_SY_REPL_STRTG_M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TB_SY_REPL_STRTG_D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보충전략상세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TB_SY_REPL_STRTG_S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보충전략설정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TB_SY_ALLOC_STRTG_M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할당전략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TB_SY_ALLOC_STRTG_D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할당전략상세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TB_SY_ALLOC_STRTG_S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할당전략설정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TB_SY_NO_SETUP_M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번호설정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TB_SY_USER_DC_M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사용자물류센터설정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TB_SYS_USER_CLIENT_M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사용자고객사설정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99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95400" y="260350"/>
            <a:ext cx="7086600" cy="733425"/>
            <a:chOff x="816" y="164"/>
            <a:chExt cx="4464" cy="462"/>
          </a:xfrm>
        </p:grpSpPr>
        <p:grpSp>
          <p:nvGrpSpPr>
            <p:cNvPr id="2173" name="Group 3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2177" name="Text Box 4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이종건</a:t>
                </a:r>
              </a:p>
            </p:txBody>
          </p:sp>
          <p:sp>
            <p:nvSpPr>
              <p:cNvPr id="2178" name="Text Box 5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algn="ctr"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2016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 </a:t>
                </a:r>
                <a:r>
                  <a:rPr lang="en-US" altLang="ko-KR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11</a:t>
                </a:r>
                <a:r>
                  <a:rPr lang="ko-KR" altLang="en-US" b="1" dirty="0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월 </a:t>
                </a: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22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</a:t>
                </a:r>
                <a:endParaRPr lang="ko-KR" altLang="en-US" b="1" dirty="0">
                  <a:solidFill>
                    <a:srgbClr val="77777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174" name="Group 6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175" name="Text Box 7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시스템 설계</a:t>
                </a:r>
              </a:p>
            </p:txBody>
          </p:sp>
          <p:sp>
            <p:nvSpPr>
              <p:cNvPr id="2176" name="Text Box 8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1pPr>
                <a:lvl2pPr marL="742950" indent="-28575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2pPr>
                <a:lvl3pPr marL="11430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3pPr>
                <a:lvl4pPr marL="16002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4pPr>
                <a:lvl5pPr marL="2057400" indent="-228600"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굴림체" panose="020B0609000101010101" pitchFamily="49" charset="-127"/>
                    <a:ea typeface="굴림체" panose="020B0609000101010101" pitchFamily="49" charset="-127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D3310_</a:t>
                </a:r>
                <a:r>
                  <a:rPr lang="ko-KR" altLang="en-US" b="1">
                    <a:solidFill>
                      <a:srgbClr val="777777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테이블 목록</a:t>
                </a:r>
              </a:p>
            </p:txBody>
          </p:sp>
        </p:grp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42053"/>
              </p:ext>
            </p:extLst>
          </p:nvPr>
        </p:nvGraphicFramePr>
        <p:xfrm>
          <a:off x="1640632" y="1700808"/>
          <a:ext cx="6480720" cy="403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166666914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274328764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4167479900"/>
                    </a:ext>
                  </a:extLst>
                </a:gridCol>
              </a:tblGrid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모듈</a:t>
                      </a: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effectLst/>
                          <a:latin typeface="+mn-ea"/>
                          <a:ea typeface="+mn-ea"/>
                        </a:rPr>
                        <a:t>모듈명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테이블 수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293309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MS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마스터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225615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IB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210536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OB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851939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RI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반입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025295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RO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반출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531775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재고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25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431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IF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인터페이스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7(16)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07332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SYS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227723"/>
                  </a:ext>
                </a:extLst>
              </a:tr>
              <a:tr h="40324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88(104)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98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35839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685</Words>
  <Application>Microsoft Office PowerPoint</Application>
  <PresentationFormat>A4 용지(210x297mm)</PresentationFormat>
  <Paragraphs>497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굴림체</vt:lpstr>
      <vt:lpstr>맑은 고딕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jklee</cp:lastModifiedBy>
  <cp:revision>118</cp:revision>
  <dcterms:created xsi:type="dcterms:W3CDTF">2003-11-28T02:16:49Z</dcterms:created>
  <dcterms:modified xsi:type="dcterms:W3CDTF">2017-03-21T04:53:46Z</dcterms:modified>
</cp:coreProperties>
</file>