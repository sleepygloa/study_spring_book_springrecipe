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279" r:id="rId2"/>
    <p:sldId id="280" r:id="rId3"/>
    <p:sldId id="281" r:id="rId4"/>
    <p:sldId id="283" r:id="rId5"/>
    <p:sldId id="288" r:id="rId6"/>
    <p:sldId id="285" r:id="rId7"/>
    <p:sldId id="286" r:id="rId8"/>
    <p:sldId id="287" r:id="rId9"/>
    <p:sldId id="270" r:id="rId10"/>
    <p:sldId id="271" r:id="rId11"/>
    <p:sldId id="275" r:id="rId12"/>
    <p:sldId id="272" r:id="rId13"/>
    <p:sldId id="273" r:id="rId14"/>
    <p:sldId id="284" r:id="rId15"/>
    <p:sldId id="276" r:id="rId16"/>
    <p:sldId id="290" r:id="rId17"/>
    <p:sldId id="277" r:id="rId18"/>
    <p:sldId id="291" r:id="rId19"/>
    <p:sldId id="289" r:id="rId20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8D3"/>
    <a:srgbClr val="CCFF66"/>
    <a:srgbClr val="538ED5"/>
    <a:srgbClr val="B2B2B2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4021" autoAdjust="0"/>
  </p:normalViewPr>
  <p:slideViewPr>
    <p:cSldViewPr>
      <p:cViewPr varScale="1">
        <p:scale>
          <a:sx n="96" d="100"/>
          <a:sy n="96" d="100"/>
        </p:scale>
        <p:origin x="96" y="186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7" d="100"/>
          <a:sy n="117" d="100"/>
        </p:scale>
        <p:origin x="780" y="108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B53880F-22E3-4B7D-AFDB-B0153BD52E01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C714B70-7BB2-467A-9AD5-EE43EFAC11A0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7D33E93-EAF1-4DEB-933F-1651CA39CA4B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/>
              <a:t>제품명</a:t>
            </a:r>
            <a:r>
              <a:rPr lang="en-US" altLang="ko-KR" dirty="0"/>
              <a:t>(</a:t>
            </a:r>
            <a:r>
              <a:rPr lang="ko-KR" altLang="en-US" dirty="0"/>
              <a:t>한</a:t>
            </a:r>
            <a:r>
              <a:rPr lang="en-US" altLang="ko-KR" dirty="0"/>
              <a:t>/</a:t>
            </a:r>
            <a:r>
              <a:rPr lang="ko-KR" altLang="en-US" dirty="0"/>
              <a:t>영</a:t>
            </a:r>
            <a:r>
              <a:rPr lang="en-US" altLang="ko-KR" dirty="0"/>
              <a:t>)200byte</a:t>
            </a:r>
          </a:p>
          <a:p>
            <a:pPr eaLnBrk="1" hangingPunct="1"/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44F9986-DC5D-4AFE-8458-E3461EC717C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보관온도구분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냉장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냉동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r>
              <a:rPr lang="ko-KR" altLang="en-US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구역구분 </a:t>
            </a:r>
            <a:r>
              <a:rPr lang="en-US" altLang="ko-KR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실물</a:t>
            </a:r>
            <a:r>
              <a:rPr lang="en-US" altLang="ko-KR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</a:t>
            </a:r>
            <a:r>
              <a:rPr lang="en-US" altLang="ko-KR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or  </a:t>
            </a:r>
            <a:r>
              <a:rPr lang="ko-KR" altLang="en-US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평치</a:t>
            </a:r>
            <a:r>
              <a:rPr lang="en-US" altLang="ko-KR" sz="1200" strike="sng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trike="sngStrike" baseline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랙</a:t>
            </a:r>
            <a:endParaRPr lang="ko-KR" altLang="en-US" sz="1200" strike="sngStrike" baseline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371B146-28BB-46FA-9B34-6E7149EBC92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보관유형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랙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행거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DPS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보류상태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보류</a:t>
            </a:r>
          </a:p>
          <a:p>
            <a:pPr eaLnBrk="1" hangingPunct="1"/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D948865-9FB8-490D-98BB-95359083356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4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A2D05F-BE73-4B14-832E-1052728732E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E20AA0C-6DD8-45E0-8F83-8A6EB0FC923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02D8A1B-C009-413C-854F-C1F5EDEFE6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거래구분</a:t>
            </a:r>
            <a:r>
              <a:rPr lang="en-US" altLang="ko-KR"/>
              <a:t>-</a:t>
            </a:r>
            <a:r>
              <a:rPr lang="ko-KR" altLang="en-US"/>
              <a:t>거래진행</a:t>
            </a:r>
            <a:r>
              <a:rPr lang="en-US" altLang="ko-KR"/>
              <a:t>, </a:t>
            </a:r>
            <a:r>
              <a:rPr lang="ko-KR" altLang="en-US"/>
              <a:t>거래종료</a:t>
            </a:r>
            <a:endParaRPr lang="en-US" altLang="ko-KR"/>
          </a:p>
          <a:p>
            <a:pPr eaLnBrk="1" hangingPunct="1"/>
            <a:r>
              <a:rPr lang="ko-KR" altLang="en-US"/>
              <a:t>공급처구분</a:t>
            </a:r>
            <a:r>
              <a:rPr lang="en-US" altLang="ko-KR"/>
              <a:t>?</a:t>
            </a:r>
          </a:p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7D2E778-5B9A-4FF5-91BF-4C11F6666CC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DEF604-64A4-4B0D-BA43-EC54074B31B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9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F92BE13-D421-45ED-9280-3F1DD6F03D8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10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제품명</a:t>
            </a:r>
            <a:r>
              <a:rPr lang="en-US" altLang="ko-KR"/>
              <a:t>(</a:t>
            </a:r>
            <a:r>
              <a:rPr lang="ko-KR" altLang="en-US"/>
              <a:t>한</a:t>
            </a:r>
            <a:r>
              <a:rPr lang="en-US" altLang="ko-KR"/>
              <a:t>/</a:t>
            </a:r>
            <a:r>
              <a:rPr lang="ko-KR" altLang="en-US"/>
              <a:t>영</a:t>
            </a:r>
            <a:r>
              <a:rPr lang="en-US" altLang="ko-KR"/>
              <a:t>)200byte</a:t>
            </a:r>
          </a:p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5ECE95B-16B2-4F6C-A226-B63FF2BBF59B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제품명</a:t>
            </a:r>
            <a:r>
              <a:rPr lang="en-US" altLang="ko-KR"/>
              <a:t>(</a:t>
            </a:r>
            <a:r>
              <a:rPr lang="ko-KR" altLang="en-US"/>
              <a:t>한</a:t>
            </a:r>
            <a:r>
              <a:rPr lang="en-US" altLang="ko-KR"/>
              <a:t>/</a:t>
            </a:r>
            <a:r>
              <a:rPr lang="ko-KR" altLang="en-US"/>
              <a:t>영</a:t>
            </a:r>
            <a:r>
              <a:rPr lang="en-US" altLang="ko-KR"/>
              <a:t>)200byte</a:t>
            </a:r>
          </a:p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DDBA4BD-9E98-4892-A2B7-30234E0A78D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12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4AF017C-94E2-496A-8D1E-97B7416F758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13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 err="1"/>
              <a:t>사용중</a:t>
            </a:r>
            <a:r>
              <a:rPr lang="ko-KR" altLang="en-US" dirty="0"/>
              <a:t> 로케이션 색상 표시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97AE2EB-8B58-4BF4-9452-DFA13266F3D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14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3B34122-FC6E-4F6D-9F11-0F88A35A7B6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15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3B34122-FC6E-4F6D-9F11-0F88A35A7B6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16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247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9D6F862-C06F-4163-B72E-6F96EF61B42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3B34122-FC6E-4F6D-9F11-0F88A35A7B6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18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1695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E90C62F-A8FA-4D81-8014-BE4CA7CB0F2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19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1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016554"/>
              </p:ext>
            </p:extLst>
          </p:nvPr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+mn-ea"/>
              <a:ea typeface="+mn-ea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 dirty="0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 dirty="0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677699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8ABBB6E8-5E3F-4BC5-83D5-673D3B12697B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9061450" cy="428626"/>
        </p:xfrm>
        <a:graphic>
          <a:graphicData uri="http://schemas.openxmlformats.org/drawingml/2006/table">
            <a:tbl>
              <a:tblPr/>
              <a:tblGrid>
                <a:gridCol w="272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6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11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1109">
                  <a:extLst>
                    <a:ext uri="{9D8B030D-6E8A-4147-A177-3AD203B41FA5}">
                      <a16:colId xmlns:a16="http://schemas.microsoft.com/office/drawing/2014/main" val="2036860660"/>
                    </a:ext>
                  </a:extLst>
                </a:gridCol>
                <a:gridCol w="642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07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36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36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36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팩스번호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국가코드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도시코드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시차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6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11969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47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 목록</a:t>
            </a:r>
          </a:p>
        </p:txBody>
      </p:sp>
      <p:sp>
        <p:nvSpPr>
          <p:cNvPr id="4148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4149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15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15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152" name="TextBox 65"/>
          <p:cNvSpPr txBox="1">
            <a:spLocks noChangeArrowheads="1"/>
          </p:cNvSpPr>
          <p:nvPr/>
        </p:nvSpPr>
        <p:spPr bwMode="auto">
          <a:xfrm>
            <a:off x="309563" y="13462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물류센터코드</a:t>
            </a:r>
          </a:p>
        </p:txBody>
      </p:sp>
      <p:sp>
        <p:nvSpPr>
          <p:cNvPr id="4153" name="직사각형 66"/>
          <p:cNvSpPr>
            <a:spLocks noChangeArrowheads="1"/>
          </p:cNvSpPr>
          <p:nvPr/>
        </p:nvSpPr>
        <p:spPr bwMode="auto">
          <a:xfrm>
            <a:off x="1268413" y="13287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54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4155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4156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4157" name="직사각형 54"/>
          <p:cNvSpPr>
            <a:spLocks noChangeArrowheads="1"/>
          </p:cNvSpPr>
          <p:nvPr/>
        </p:nvSpPr>
        <p:spPr bwMode="auto">
          <a:xfrm>
            <a:off x="309563" y="3360738"/>
            <a:ext cx="9215437" cy="29479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58" name="TextBox 65"/>
          <p:cNvSpPr txBox="1">
            <a:spLocks noChangeArrowheads="1"/>
          </p:cNvSpPr>
          <p:nvPr/>
        </p:nvSpPr>
        <p:spPr bwMode="auto">
          <a:xfrm>
            <a:off x="338138" y="35131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물류센터코드</a:t>
            </a:r>
          </a:p>
        </p:txBody>
      </p:sp>
      <p:sp>
        <p:nvSpPr>
          <p:cNvPr id="4159" name="직사각형 66"/>
          <p:cNvSpPr>
            <a:spLocks noChangeArrowheads="1"/>
          </p:cNvSpPr>
          <p:nvPr/>
        </p:nvSpPr>
        <p:spPr bwMode="auto">
          <a:xfrm>
            <a:off x="1397000" y="35131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0" name="TextBox 65"/>
          <p:cNvSpPr txBox="1">
            <a:spLocks noChangeArrowheads="1"/>
          </p:cNvSpPr>
          <p:nvPr/>
        </p:nvSpPr>
        <p:spPr bwMode="auto">
          <a:xfrm>
            <a:off x="3721100" y="34925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물류센터명</a:t>
            </a:r>
          </a:p>
        </p:txBody>
      </p:sp>
      <p:sp>
        <p:nvSpPr>
          <p:cNvPr id="4161" name="직사각형 66"/>
          <p:cNvSpPr>
            <a:spLocks noChangeArrowheads="1"/>
          </p:cNvSpPr>
          <p:nvPr/>
        </p:nvSpPr>
        <p:spPr bwMode="auto">
          <a:xfrm>
            <a:off x="4786313" y="34909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2" name="TextBox 65"/>
          <p:cNvSpPr txBox="1">
            <a:spLocks noChangeArrowheads="1"/>
          </p:cNvSpPr>
          <p:nvPr/>
        </p:nvSpPr>
        <p:spPr bwMode="auto">
          <a:xfrm>
            <a:off x="338138" y="541972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국가코드</a:t>
            </a:r>
          </a:p>
        </p:txBody>
      </p:sp>
      <p:sp>
        <p:nvSpPr>
          <p:cNvPr id="4163" name="직사각형 66"/>
          <p:cNvSpPr>
            <a:spLocks noChangeArrowheads="1"/>
          </p:cNvSpPr>
          <p:nvPr/>
        </p:nvSpPr>
        <p:spPr bwMode="auto">
          <a:xfrm>
            <a:off x="1397000" y="54086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4" name="TextBox 65"/>
          <p:cNvSpPr txBox="1">
            <a:spLocks noChangeArrowheads="1"/>
          </p:cNvSpPr>
          <p:nvPr/>
        </p:nvSpPr>
        <p:spPr bwMode="auto">
          <a:xfrm>
            <a:off x="3721100" y="53736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도시코드</a:t>
            </a:r>
          </a:p>
        </p:txBody>
      </p:sp>
      <p:sp>
        <p:nvSpPr>
          <p:cNvPr id="4165" name="TextBox 65"/>
          <p:cNvSpPr txBox="1">
            <a:spLocks noChangeArrowheads="1"/>
          </p:cNvSpPr>
          <p:nvPr/>
        </p:nvSpPr>
        <p:spPr bwMode="auto">
          <a:xfrm>
            <a:off x="338138" y="57197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시차</a:t>
            </a:r>
          </a:p>
        </p:txBody>
      </p:sp>
      <p:sp>
        <p:nvSpPr>
          <p:cNvPr id="4166" name="직사각형 66"/>
          <p:cNvSpPr>
            <a:spLocks noChangeArrowheads="1"/>
          </p:cNvSpPr>
          <p:nvPr/>
        </p:nvSpPr>
        <p:spPr bwMode="auto">
          <a:xfrm>
            <a:off x="1397000" y="57181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7" name="TextBox 65"/>
          <p:cNvSpPr txBox="1">
            <a:spLocks noChangeArrowheads="1"/>
          </p:cNvSpPr>
          <p:nvPr/>
        </p:nvSpPr>
        <p:spPr bwMode="auto">
          <a:xfrm>
            <a:off x="7121525" y="56943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썸머타임종료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8" name="직사각형 66"/>
          <p:cNvSpPr>
            <a:spLocks noChangeArrowheads="1"/>
          </p:cNvSpPr>
          <p:nvPr/>
        </p:nvSpPr>
        <p:spPr bwMode="auto">
          <a:xfrm>
            <a:off x="8001000" y="5692775"/>
            <a:ext cx="1000125" cy="212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9" name="TextBox 65"/>
          <p:cNvSpPr txBox="1">
            <a:spLocks noChangeArrowheads="1"/>
          </p:cNvSpPr>
          <p:nvPr/>
        </p:nvSpPr>
        <p:spPr bwMode="auto">
          <a:xfrm>
            <a:off x="3721100" y="57118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썸머타임시작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0" name="직사각형 66"/>
          <p:cNvSpPr>
            <a:spLocks noChangeArrowheads="1"/>
          </p:cNvSpPr>
          <p:nvPr/>
        </p:nvSpPr>
        <p:spPr bwMode="auto">
          <a:xfrm>
            <a:off x="4786313" y="5710238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1" name="직사각형 48"/>
          <p:cNvSpPr>
            <a:spLocks noChangeArrowheads="1"/>
          </p:cNvSpPr>
          <p:nvPr/>
        </p:nvSpPr>
        <p:spPr bwMode="auto">
          <a:xfrm>
            <a:off x="2447925" y="54086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66"/>
          <p:cNvSpPr>
            <a:spLocks noChangeArrowheads="1"/>
          </p:cNvSpPr>
          <p:nvPr/>
        </p:nvSpPr>
        <p:spPr bwMode="auto">
          <a:xfrm>
            <a:off x="2644775" y="54086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3" name="직사각형 66"/>
          <p:cNvSpPr>
            <a:spLocks noChangeArrowheads="1"/>
          </p:cNvSpPr>
          <p:nvPr/>
        </p:nvSpPr>
        <p:spPr bwMode="auto">
          <a:xfrm>
            <a:off x="4786313" y="5384800"/>
            <a:ext cx="1000125" cy="212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4" name="직사각형 48"/>
          <p:cNvSpPr>
            <a:spLocks noChangeArrowheads="1"/>
          </p:cNvSpPr>
          <p:nvPr/>
        </p:nvSpPr>
        <p:spPr bwMode="auto">
          <a:xfrm>
            <a:off x="5849938" y="53848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2" name="직사각형 66"/>
          <p:cNvSpPr>
            <a:spLocks noChangeArrowheads="1"/>
          </p:cNvSpPr>
          <p:nvPr/>
        </p:nvSpPr>
        <p:spPr bwMode="auto">
          <a:xfrm>
            <a:off x="6035675" y="5384800"/>
            <a:ext cx="1000125" cy="2127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6" name="TextBox 65"/>
          <p:cNvSpPr txBox="1">
            <a:spLocks noChangeArrowheads="1"/>
          </p:cNvSpPr>
          <p:nvPr/>
        </p:nvSpPr>
        <p:spPr bwMode="auto">
          <a:xfrm>
            <a:off x="7112000" y="60277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4177" name="직사각형 66"/>
          <p:cNvSpPr>
            <a:spLocks noChangeArrowheads="1"/>
          </p:cNvSpPr>
          <p:nvPr/>
        </p:nvSpPr>
        <p:spPr bwMode="auto">
          <a:xfrm>
            <a:off x="8001000" y="6026150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8" name="TextBox 65"/>
          <p:cNvSpPr txBox="1">
            <a:spLocks noChangeArrowheads="1"/>
          </p:cNvSpPr>
          <p:nvPr/>
        </p:nvSpPr>
        <p:spPr bwMode="auto">
          <a:xfrm>
            <a:off x="338138" y="3836988"/>
            <a:ext cx="10080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</a:p>
        </p:txBody>
      </p:sp>
      <p:sp>
        <p:nvSpPr>
          <p:cNvPr id="4179" name="직사각형 66"/>
          <p:cNvSpPr>
            <a:spLocks noChangeArrowheads="1"/>
          </p:cNvSpPr>
          <p:nvPr/>
        </p:nvSpPr>
        <p:spPr bwMode="auto">
          <a:xfrm>
            <a:off x="1397000" y="3844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0" name="TextBox 65"/>
          <p:cNvSpPr txBox="1">
            <a:spLocks noChangeArrowheads="1"/>
          </p:cNvSpPr>
          <p:nvPr/>
        </p:nvSpPr>
        <p:spPr bwMode="auto">
          <a:xfrm>
            <a:off x="7070725" y="38369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대표자명</a:t>
            </a:r>
          </a:p>
        </p:txBody>
      </p:sp>
      <p:sp>
        <p:nvSpPr>
          <p:cNvPr id="4181" name="직사각형 66"/>
          <p:cNvSpPr>
            <a:spLocks noChangeArrowheads="1"/>
          </p:cNvSpPr>
          <p:nvPr/>
        </p:nvSpPr>
        <p:spPr bwMode="auto">
          <a:xfrm>
            <a:off x="8001000" y="3844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2" name="TextBox 65"/>
          <p:cNvSpPr txBox="1">
            <a:spLocks noChangeArrowheads="1"/>
          </p:cNvSpPr>
          <p:nvPr/>
        </p:nvSpPr>
        <p:spPr bwMode="auto">
          <a:xfrm>
            <a:off x="338138" y="474345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</a:t>
            </a:r>
          </a:p>
        </p:txBody>
      </p:sp>
      <p:sp>
        <p:nvSpPr>
          <p:cNvPr id="4183" name="직사각형 66"/>
          <p:cNvSpPr>
            <a:spLocks noChangeArrowheads="1"/>
          </p:cNvSpPr>
          <p:nvPr/>
        </p:nvSpPr>
        <p:spPr bwMode="auto">
          <a:xfrm>
            <a:off x="1397000" y="4741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4" name="TextBox 65"/>
          <p:cNvSpPr txBox="1">
            <a:spLocks noChangeArrowheads="1"/>
          </p:cNvSpPr>
          <p:nvPr/>
        </p:nvSpPr>
        <p:spPr bwMode="auto">
          <a:xfrm>
            <a:off x="338138" y="41259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</a:t>
            </a:r>
          </a:p>
        </p:txBody>
      </p:sp>
      <p:sp>
        <p:nvSpPr>
          <p:cNvPr id="4185" name="직사각형 66"/>
          <p:cNvSpPr>
            <a:spLocks noChangeArrowheads="1"/>
          </p:cNvSpPr>
          <p:nvPr/>
        </p:nvSpPr>
        <p:spPr bwMode="auto">
          <a:xfrm>
            <a:off x="1397000" y="41338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6" name="직사각형 66"/>
          <p:cNvSpPr>
            <a:spLocks noChangeArrowheads="1"/>
          </p:cNvSpPr>
          <p:nvPr/>
        </p:nvSpPr>
        <p:spPr bwMode="auto">
          <a:xfrm>
            <a:off x="4786313" y="4429125"/>
            <a:ext cx="4211637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7" name="TextBox 65"/>
          <p:cNvSpPr txBox="1">
            <a:spLocks noChangeArrowheads="1"/>
          </p:cNvSpPr>
          <p:nvPr/>
        </p:nvSpPr>
        <p:spPr bwMode="auto">
          <a:xfrm>
            <a:off x="338138" y="50450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</a:p>
        </p:txBody>
      </p:sp>
      <p:sp>
        <p:nvSpPr>
          <p:cNvPr id="4188" name="직사각형 66"/>
          <p:cNvSpPr>
            <a:spLocks noChangeArrowheads="1"/>
          </p:cNvSpPr>
          <p:nvPr/>
        </p:nvSpPr>
        <p:spPr bwMode="auto">
          <a:xfrm>
            <a:off x="1397000" y="50434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9" name="TextBox 65"/>
          <p:cNvSpPr txBox="1">
            <a:spLocks noChangeArrowheads="1"/>
          </p:cNvSpPr>
          <p:nvPr/>
        </p:nvSpPr>
        <p:spPr bwMode="auto">
          <a:xfrm>
            <a:off x="3721100" y="50149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팩스번호</a:t>
            </a:r>
          </a:p>
        </p:txBody>
      </p:sp>
      <p:sp>
        <p:nvSpPr>
          <p:cNvPr id="4190" name="직사각형 66"/>
          <p:cNvSpPr>
            <a:spLocks noChangeArrowheads="1"/>
          </p:cNvSpPr>
          <p:nvPr/>
        </p:nvSpPr>
        <p:spPr bwMode="auto">
          <a:xfrm>
            <a:off x="4786313" y="50133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1" name="Group 139"/>
          <p:cNvGraphicFramePr>
            <a:graphicFrameLocks noGrp="1"/>
          </p:cNvGraphicFramePr>
          <p:nvPr/>
        </p:nvGraphicFramePr>
        <p:xfrm>
          <a:off x="354013" y="2708275"/>
          <a:ext cx="4022724" cy="428626"/>
        </p:xfrm>
        <a:graphic>
          <a:graphicData uri="http://schemas.openxmlformats.org/drawingml/2006/table">
            <a:tbl>
              <a:tblPr/>
              <a:tblGrid>
                <a:gridCol w="1043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썸머타임시작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썸머타임종료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06" name="TextBox 65"/>
          <p:cNvSpPr txBox="1">
            <a:spLocks noChangeArrowheads="1"/>
          </p:cNvSpPr>
          <p:nvPr/>
        </p:nvSpPr>
        <p:spPr bwMode="auto">
          <a:xfrm>
            <a:off x="338138" y="601345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4207" name="직사각형 66"/>
          <p:cNvSpPr>
            <a:spLocks noChangeArrowheads="1"/>
          </p:cNvSpPr>
          <p:nvPr/>
        </p:nvSpPr>
        <p:spPr bwMode="auto">
          <a:xfrm>
            <a:off x="1397000" y="6011863"/>
            <a:ext cx="4392613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8" name="직사각형 33"/>
          <p:cNvSpPr>
            <a:spLocks noChangeArrowheads="1"/>
          </p:cNvSpPr>
          <p:nvPr/>
        </p:nvSpPr>
        <p:spPr bwMode="auto">
          <a:xfrm>
            <a:off x="8858250" y="60293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09" name="TextBox 65"/>
          <p:cNvSpPr txBox="1">
            <a:spLocks noChangeArrowheads="1"/>
          </p:cNvSpPr>
          <p:nvPr/>
        </p:nvSpPr>
        <p:spPr bwMode="auto">
          <a:xfrm>
            <a:off x="3721100" y="47259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업종</a:t>
            </a:r>
          </a:p>
        </p:txBody>
      </p:sp>
      <p:sp>
        <p:nvSpPr>
          <p:cNvPr id="4210" name="직사각형 66"/>
          <p:cNvSpPr>
            <a:spLocks noChangeArrowheads="1"/>
          </p:cNvSpPr>
          <p:nvPr/>
        </p:nvSpPr>
        <p:spPr bwMode="auto">
          <a:xfrm>
            <a:off x="4786313" y="4724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1" name="직사각형 66"/>
          <p:cNvSpPr>
            <a:spLocks noChangeArrowheads="1"/>
          </p:cNvSpPr>
          <p:nvPr/>
        </p:nvSpPr>
        <p:spPr bwMode="auto">
          <a:xfrm>
            <a:off x="4792663" y="4133850"/>
            <a:ext cx="4211637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2" name="TextBox 65"/>
          <p:cNvSpPr txBox="1">
            <a:spLocks noChangeArrowheads="1"/>
          </p:cNvSpPr>
          <p:nvPr/>
        </p:nvSpPr>
        <p:spPr bwMode="auto">
          <a:xfrm>
            <a:off x="3721100" y="38369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</a:p>
        </p:txBody>
      </p:sp>
      <p:sp>
        <p:nvSpPr>
          <p:cNvPr id="4213" name="직사각형 66"/>
          <p:cNvSpPr>
            <a:spLocks noChangeArrowheads="1"/>
          </p:cNvSpPr>
          <p:nvPr/>
        </p:nvSpPr>
        <p:spPr bwMode="auto">
          <a:xfrm>
            <a:off x="4786313" y="38449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4" name="TextBox 65"/>
          <p:cNvSpPr txBox="1">
            <a:spLocks noChangeArrowheads="1"/>
          </p:cNvSpPr>
          <p:nvPr/>
        </p:nvSpPr>
        <p:spPr bwMode="auto">
          <a:xfrm>
            <a:off x="3721100" y="41259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</a:p>
        </p:txBody>
      </p:sp>
      <p:sp>
        <p:nvSpPr>
          <p:cNvPr id="4215" name="TextBox 65"/>
          <p:cNvSpPr txBox="1">
            <a:spLocks noChangeArrowheads="1"/>
          </p:cNvSpPr>
          <p:nvPr/>
        </p:nvSpPr>
        <p:spPr bwMode="auto">
          <a:xfrm>
            <a:off x="2273300" y="1346200"/>
            <a:ext cx="9604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물류센터명</a:t>
            </a:r>
          </a:p>
        </p:txBody>
      </p:sp>
      <p:sp>
        <p:nvSpPr>
          <p:cNvPr id="4216" name="직사각형 66"/>
          <p:cNvSpPr>
            <a:spLocks noChangeArrowheads="1"/>
          </p:cNvSpPr>
          <p:nvPr/>
        </p:nvSpPr>
        <p:spPr bwMode="auto">
          <a:xfrm>
            <a:off x="3232150" y="13287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7" name="TextBox 65"/>
          <p:cNvSpPr txBox="1">
            <a:spLocks noChangeArrowheads="1"/>
          </p:cNvSpPr>
          <p:nvPr/>
        </p:nvSpPr>
        <p:spPr bwMode="auto">
          <a:xfrm>
            <a:off x="3721100" y="44227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sp>
        <p:nvSpPr>
          <p:cNvPr id="62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63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구역관리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210952"/>
              </p:ext>
            </p:extLst>
          </p:nvPr>
        </p:nvGraphicFramePr>
        <p:xfrm>
          <a:off x="355600" y="2193925"/>
          <a:ext cx="7627876" cy="428626"/>
        </p:xfrm>
        <a:graphic>
          <a:graphicData uri="http://schemas.openxmlformats.org/drawingml/2006/table">
            <a:tbl>
              <a:tblPr/>
              <a:tblGrid>
                <a:gridCol w="36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6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58392385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보광온도구분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상온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70" name="직사각형 54"/>
          <p:cNvSpPr>
            <a:spLocks noChangeArrowheads="1"/>
          </p:cNvSpPr>
          <p:nvPr/>
        </p:nvSpPr>
        <p:spPr bwMode="auto">
          <a:xfrm>
            <a:off x="309563" y="2085975"/>
            <a:ext cx="9215437" cy="6921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1" name="TextBox 55"/>
          <p:cNvSpPr txBox="1">
            <a:spLocks noChangeArrowheads="1"/>
          </p:cNvSpPr>
          <p:nvPr/>
        </p:nvSpPr>
        <p:spPr bwMode="auto">
          <a:xfrm>
            <a:off x="381000" y="19621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구역 목록</a:t>
            </a:r>
          </a:p>
        </p:txBody>
      </p:sp>
      <p:sp>
        <p:nvSpPr>
          <p:cNvPr id="6172" name="TextBox 65"/>
          <p:cNvSpPr txBox="1">
            <a:spLocks noChangeArrowheads="1"/>
          </p:cNvSpPr>
          <p:nvPr/>
        </p:nvSpPr>
        <p:spPr bwMode="auto">
          <a:xfrm>
            <a:off x="2079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구역코드</a:t>
            </a:r>
          </a:p>
        </p:txBody>
      </p:sp>
      <p:sp>
        <p:nvSpPr>
          <p:cNvPr id="6173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17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6176" name="그룹 52"/>
          <p:cNvGrpSpPr>
            <a:grpSpLocks/>
          </p:cNvGrpSpPr>
          <p:nvPr/>
        </p:nvGrpSpPr>
        <p:grpSpPr bwMode="auto">
          <a:xfrm>
            <a:off x="488950" y="3089275"/>
            <a:ext cx="2071688" cy="230188"/>
            <a:chOff x="3238492" y="1428736"/>
            <a:chExt cx="2071698" cy="230832"/>
          </a:xfrm>
        </p:grpSpPr>
        <p:sp>
          <p:nvSpPr>
            <p:cNvPr id="620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구역코드</a:t>
              </a:r>
            </a:p>
          </p:txBody>
        </p:sp>
        <p:sp>
          <p:nvSpPr>
            <p:cNvPr id="6208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0000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77" name="직사각형 54"/>
          <p:cNvSpPr>
            <a:spLocks noChangeArrowheads="1"/>
          </p:cNvSpPr>
          <p:nvPr/>
        </p:nvSpPr>
        <p:spPr bwMode="auto">
          <a:xfrm>
            <a:off x="309563" y="2924175"/>
            <a:ext cx="9234487" cy="995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178" name="그룹 56"/>
          <p:cNvGrpSpPr>
            <a:grpSpLocks/>
          </p:cNvGrpSpPr>
          <p:nvPr/>
        </p:nvGrpSpPr>
        <p:grpSpPr bwMode="auto">
          <a:xfrm>
            <a:off x="7185025" y="3089275"/>
            <a:ext cx="2071688" cy="230188"/>
            <a:chOff x="3238492" y="1428736"/>
            <a:chExt cx="2071698" cy="230832"/>
          </a:xfrm>
        </p:grpSpPr>
        <p:sp>
          <p:nvSpPr>
            <p:cNvPr id="620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보관온도구분</a:t>
              </a:r>
            </a:p>
          </p:txBody>
        </p:sp>
        <p:sp>
          <p:nvSpPr>
            <p:cNvPr id="620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상온</a:t>
              </a:r>
            </a:p>
          </p:txBody>
        </p:sp>
      </p:grpSp>
      <p:sp>
        <p:nvSpPr>
          <p:cNvPr id="6181" name="직사각형 33"/>
          <p:cNvSpPr>
            <a:spLocks noChangeArrowheads="1"/>
          </p:cNvSpPr>
          <p:nvPr/>
        </p:nvSpPr>
        <p:spPr bwMode="auto">
          <a:xfrm>
            <a:off x="9113838" y="3090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182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183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184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6185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6186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6187" name="TextBox 65"/>
          <p:cNvSpPr txBox="1">
            <a:spLocks noChangeArrowheads="1"/>
          </p:cNvSpPr>
          <p:nvPr/>
        </p:nvSpPr>
        <p:spPr bwMode="auto">
          <a:xfrm>
            <a:off x="7201792" y="34655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6188" name="직사각형 66"/>
          <p:cNvSpPr>
            <a:spLocks noChangeArrowheads="1"/>
          </p:cNvSpPr>
          <p:nvPr/>
        </p:nvSpPr>
        <p:spPr bwMode="auto">
          <a:xfrm>
            <a:off x="8273355" y="34702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</a:p>
        </p:txBody>
      </p:sp>
      <p:sp>
        <p:nvSpPr>
          <p:cNvPr id="6189" name="직사각형 33"/>
          <p:cNvSpPr>
            <a:spLocks noChangeArrowheads="1"/>
          </p:cNvSpPr>
          <p:nvPr/>
        </p:nvSpPr>
        <p:spPr bwMode="auto">
          <a:xfrm>
            <a:off x="9130605" y="3465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619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20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20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9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192" name="TextBox 65"/>
          <p:cNvSpPr txBox="1">
            <a:spLocks noChangeArrowheads="1"/>
          </p:cNvSpPr>
          <p:nvPr/>
        </p:nvSpPr>
        <p:spPr bwMode="auto">
          <a:xfrm>
            <a:off x="4110038" y="30781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구역명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93" name="직사각형 66"/>
          <p:cNvSpPr>
            <a:spLocks noChangeArrowheads="1"/>
          </p:cNvSpPr>
          <p:nvPr/>
        </p:nvSpPr>
        <p:spPr bwMode="auto">
          <a:xfrm>
            <a:off x="5181600" y="30829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</p:txBody>
      </p:sp>
      <p:sp>
        <p:nvSpPr>
          <p:cNvPr id="6194" name="TextBox 65"/>
          <p:cNvSpPr txBox="1">
            <a:spLocks noChangeArrowheads="1"/>
          </p:cNvSpPr>
          <p:nvPr/>
        </p:nvSpPr>
        <p:spPr bwMode="auto">
          <a:xfrm>
            <a:off x="2039938" y="1327150"/>
            <a:ext cx="7286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구역명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95" name="직사각형 66"/>
          <p:cNvSpPr>
            <a:spLocks noChangeArrowheads="1"/>
          </p:cNvSpPr>
          <p:nvPr/>
        </p:nvSpPr>
        <p:spPr bwMode="auto">
          <a:xfrm>
            <a:off x="2800350" y="13096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96" name="TextBox 65"/>
          <p:cNvSpPr txBox="1">
            <a:spLocks noChangeArrowheads="1"/>
          </p:cNvSpPr>
          <p:nvPr/>
        </p:nvSpPr>
        <p:spPr bwMode="auto">
          <a:xfrm>
            <a:off x="7346950" y="4724400"/>
            <a:ext cx="19097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보관온도구분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상온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냉장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냉동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65"/>
          <p:cNvSpPr txBox="1">
            <a:spLocks noChangeArrowheads="1"/>
          </p:cNvSpPr>
          <p:nvPr/>
        </p:nvSpPr>
        <p:spPr bwMode="auto">
          <a:xfrm>
            <a:off x="498285" y="3451962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44" name="직사각형 66"/>
          <p:cNvSpPr>
            <a:spLocks noChangeArrowheads="1"/>
          </p:cNvSpPr>
          <p:nvPr/>
        </p:nvSpPr>
        <p:spPr bwMode="auto">
          <a:xfrm>
            <a:off x="1557146" y="3450375"/>
            <a:ext cx="4608000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46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존관리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65931"/>
              </p:ext>
            </p:extLst>
          </p:nvPr>
        </p:nvGraphicFramePr>
        <p:xfrm>
          <a:off x="355600" y="2259013"/>
          <a:ext cx="8485833" cy="428626"/>
        </p:xfrm>
        <a:graphic>
          <a:graphicData uri="http://schemas.openxmlformats.org/drawingml/2006/table">
            <a:tbl>
              <a:tblPr/>
              <a:tblGrid>
                <a:gridCol w="313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439">
                  <a:extLst>
                    <a:ext uri="{9D8B030D-6E8A-4147-A177-3AD203B41FA5}">
                      <a16:colId xmlns:a16="http://schemas.microsoft.com/office/drawing/2014/main" val="2400087708"/>
                    </a:ext>
                  </a:extLst>
                </a:gridCol>
                <a:gridCol w="736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22923">
                  <a:extLst>
                    <a:ext uri="{9D8B030D-6E8A-4147-A177-3AD203B41FA5}">
                      <a16:colId xmlns:a16="http://schemas.microsoft.com/office/drawing/2014/main" val="3433667213"/>
                    </a:ext>
                  </a:extLst>
                </a:gridCol>
                <a:gridCol w="11551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존명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보류상태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평치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21" name="직사각형 54"/>
          <p:cNvSpPr>
            <a:spLocks noChangeArrowheads="1"/>
          </p:cNvSpPr>
          <p:nvPr/>
        </p:nvSpPr>
        <p:spPr bwMode="auto">
          <a:xfrm>
            <a:off x="301625" y="2090738"/>
            <a:ext cx="9215438" cy="8826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2" name="TextBox 55"/>
          <p:cNvSpPr txBox="1">
            <a:spLocks noChangeArrowheads="1"/>
          </p:cNvSpPr>
          <p:nvPr/>
        </p:nvSpPr>
        <p:spPr bwMode="auto">
          <a:xfrm>
            <a:off x="381000" y="1959023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존 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3" name="직사각형 51"/>
          <p:cNvSpPr>
            <a:spLocks noChangeArrowheads="1"/>
          </p:cNvSpPr>
          <p:nvPr/>
        </p:nvSpPr>
        <p:spPr bwMode="auto">
          <a:xfrm>
            <a:off x="848836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224" name="직사각형 51"/>
          <p:cNvSpPr>
            <a:spLocks noChangeArrowheads="1"/>
          </p:cNvSpPr>
          <p:nvPr/>
        </p:nvSpPr>
        <p:spPr bwMode="auto">
          <a:xfrm>
            <a:off x="68564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22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822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8227" name="TextBox 65"/>
          <p:cNvSpPr txBox="1">
            <a:spLocks noChangeArrowheads="1"/>
          </p:cNvSpPr>
          <p:nvPr/>
        </p:nvSpPr>
        <p:spPr bwMode="auto">
          <a:xfrm>
            <a:off x="277813" y="1290638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존코드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8" name="직사각형 66"/>
          <p:cNvSpPr>
            <a:spLocks noChangeArrowheads="1"/>
          </p:cNvSpPr>
          <p:nvPr/>
        </p:nvSpPr>
        <p:spPr bwMode="auto">
          <a:xfrm>
            <a:off x="1236663" y="12906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9" name="직사각형 51"/>
          <p:cNvSpPr>
            <a:spLocks noChangeArrowheads="1"/>
          </p:cNvSpPr>
          <p:nvPr/>
        </p:nvSpPr>
        <p:spPr bwMode="auto">
          <a:xfrm>
            <a:off x="74025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8230" name="직사각형 51"/>
          <p:cNvSpPr>
            <a:spLocks noChangeArrowheads="1"/>
          </p:cNvSpPr>
          <p:nvPr/>
        </p:nvSpPr>
        <p:spPr bwMode="auto">
          <a:xfrm>
            <a:off x="79486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8231" name="직사각형 51"/>
          <p:cNvSpPr>
            <a:spLocks noChangeArrowheads="1"/>
          </p:cNvSpPr>
          <p:nvPr/>
        </p:nvSpPr>
        <p:spPr bwMode="auto">
          <a:xfrm>
            <a:off x="9026525" y="18351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8232" name="그룹 52"/>
          <p:cNvGrpSpPr>
            <a:grpSpLocks/>
          </p:cNvGrpSpPr>
          <p:nvPr/>
        </p:nvGrpSpPr>
        <p:grpSpPr bwMode="auto">
          <a:xfrm>
            <a:off x="488950" y="3233738"/>
            <a:ext cx="2071688" cy="230187"/>
            <a:chOff x="3238492" y="1428736"/>
            <a:chExt cx="2071698" cy="230832"/>
          </a:xfrm>
        </p:grpSpPr>
        <p:sp>
          <p:nvSpPr>
            <p:cNvPr id="82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존코드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61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A1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33" name="직사각형 54"/>
          <p:cNvSpPr>
            <a:spLocks noChangeArrowheads="1"/>
          </p:cNvSpPr>
          <p:nvPr/>
        </p:nvSpPr>
        <p:spPr bwMode="auto">
          <a:xfrm>
            <a:off x="309563" y="3068638"/>
            <a:ext cx="9234487" cy="13700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34" name="직사각형 66"/>
          <p:cNvSpPr>
            <a:spLocks noChangeArrowheads="1"/>
          </p:cNvSpPr>
          <p:nvPr/>
        </p:nvSpPr>
        <p:spPr bwMode="auto">
          <a:xfrm>
            <a:off x="4029075" y="32385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35" name="그룹 56"/>
          <p:cNvGrpSpPr>
            <a:grpSpLocks/>
          </p:cNvGrpSpPr>
          <p:nvPr/>
        </p:nvGrpSpPr>
        <p:grpSpPr bwMode="auto">
          <a:xfrm>
            <a:off x="5883275" y="3222625"/>
            <a:ext cx="2071688" cy="230188"/>
            <a:chOff x="3238492" y="1428736"/>
            <a:chExt cx="2071698" cy="230832"/>
          </a:xfrm>
        </p:grpSpPr>
        <p:sp>
          <p:nvSpPr>
            <p:cNvPr id="825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825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층</a:t>
              </a:r>
            </a:p>
          </p:txBody>
        </p:sp>
      </p:grpSp>
      <p:grpSp>
        <p:nvGrpSpPr>
          <p:cNvPr id="8236" name="그룹 59"/>
          <p:cNvGrpSpPr>
            <a:grpSpLocks/>
          </p:cNvGrpSpPr>
          <p:nvPr/>
        </p:nvGrpSpPr>
        <p:grpSpPr bwMode="auto">
          <a:xfrm>
            <a:off x="2967038" y="3630613"/>
            <a:ext cx="2071687" cy="230187"/>
            <a:chOff x="3238492" y="1428736"/>
            <a:chExt cx="2071698" cy="230832"/>
          </a:xfrm>
        </p:grpSpPr>
        <p:sp>
          <p:nvSpPr>
            <p:cNvPr id="825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보류상태</a:t>
              </a:r>
            </a:p>
          </p:txBody>
        </p:sp>
        <p:sp>
          <p:nvSpPr>
            <p:cNvPr id="825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37" name="직사각형 33"/>
          <p:cNvSpPr>
            <a:spLocks noChangeArrowheads="1"/>
          </p:cNvSpPr>
          <p:nvPr/>
        </p:nvSpPr>
        <p:spPr bwMode="auto">
          <a:xfrm>
            <a:off x="4892675" y="36369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38" name="직사각형 33"/>
          <p:cNvSpPr>
            <a:spLocks noChangeArrowheads="1"/>
          </p:cNvSpPr>
          <p:nvPr/>
        </p:nvSpPr>
        <p:spPr bwMode="auto">
          <a:xfrm>
            <a:off x="7818438" y="32273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39" name="TextBox 65"/>
          <p:cNvSpPr txBox="1">
            <a:spLocks noChangeArrowheads="1"/>
          </p:cNvSpPr>
          <p:nvPr/>
        </p:nvSpPr>
        <p:spPr bwMode="auto">
          <a:xfrm>
            <a:off x="5857875" y="39909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8240" name="직사각형 66"/>
          <p:cNvSpPr>
            <a:spLocks noChangeArrowheads="1"/>
          </p:cNvSpPr>
          <p:nvPr/>
        </p:nvSpPr>
        <p:spPr bwMode="auto">
          <a:xfrm>
            <a:off x="6929438" y="399566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41" name="직사각형 33"/>
          <p:cNvSpPr>
            <a:spLocks noChangeArrowheads="1"/>
          </p:cNvSpPr>
          <p:nvPr/>
        </p:nvSpPr>
        <p:spPr bwMode="auto">
          <a:xfrm>
            <a:off x="7804150" y="39909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42" name="TextBox 65"/>
          <p:cNvSpPr txBox="1">
            <a:spLocks noChangeArrowheads="1"/>
          </p:cNvSpPr>
          <p:nvPr/>
        </p:nvSpPr>
        <p:spPr bwMode="auto">
          <a:xfrm>
            <a:off x="2957513" y="32051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존명</a:t>
            </a:r>
          </a:p>
        </p:txBody>
      </p:sp>
      <p:grpSp>
        <p:nvGrpSpPr>
          <p:cNvPr id="824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825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825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4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45" name="TextBox 65"/>
          <p:cNvSpPr txBox="1">
            <a:spLocks noChangeArrowheads="1"/>
          </p:cNvSpPr>
          <p:nvPr/>
        </p:nvSpPr>
        <p:spPr bwMode="auto">
          <a:xfrm>
            <a:off x="7346950" y="4724400"/>
            <a:ext cx="2197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보관유형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평치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랙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선반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행거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DPS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46" name="그룹 56"/>
          <p:cNvGrpSpPr>
            <a:grpSpLocks/>
          </p:cNvGrpSpPr>
          <p:nvPr/>
        </p:nvGrpSpPr>
        <p:grpSpPr bwMode="auto">
          <a:xfrm>
            <a:off x="473075" y="3635375"/>
            <a:ext cx="2071688" cy="230188"/>
            <a:chOff x="3238492" y="1428736"/>
            <a:chExt cx="2071698" cy="230832"/>
          </a:xfrm>
        </p:grpSpPr>
        <p:sp>
          <p:nvSpPr>
            <p:cNvPr id="825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보관유형</a:t>
              </a:r>
            </a:p>
          </p:txBody>
        </p:sp>
        <p:sp>
          <p:nvSpPr>
            <p:cNvPr id="825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평치</a:t>
              </a:r>
            </a:p>
          </p:txBody>
        </p:sp>
      </p:grpSp>
      <p:sp>
        <p:nvSpPr>
          <p:cNvPr id="8247" name="TextBox 65"/>
          <p:cNvSpPr txBox="1">
            <a:spLocks noChangeArrowheads="1"/>
          </p:cNvSpPr>
          <p:nvPr/>
        </p:nvSpPr>
        <p:spPr bwMode="auto">
          <a:xfrm>
            <a:off x="7343775" y="5013325"/>
            <a:ext cx="2197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보류상태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보류</a:t>
            </a:r>
          </a:p>
        </p:txBody>
      </p:sp>
      <p:grpSp>
        <p:nvGrpSpPr>
          <p:cNvPr id="8248" name="그룹 56"/>
          <p:cNvGrpSpPr>
            <a:grpSpLocks/>
          </p:cNvGrpSpPr>
          <p:nvPr/>
        </p:nvGrpSpPr>
        <p:grpSpPr bwMode="auto">
          <a:xfrm>
            <a:off x="3008313" y="1273175"/>
            <a:ext cx="1711325" cy="230188"/>
            <a:chOff x="3598537" y="1428736"/>
            <a:chExt cx="1711653" cy="231478"/>
          </a:xfrm>
        </p:grpSpPr>
        <p:sp>
          <p:nvSpPr>
            <p:cNvPr id="8250" name="TextBox 65"/>
            <p:cNvSpPr txBox="1">
              <a:spLocks noChangeArrowheads="1"/>
            </p:cNvSpPr>
            <p:nvPr/>
          </p:nvSpPr>
          <p:spPr bwMode="auto">
            <a:xfrm>
              <a:off x="3598537" y="1428736"/>
              <a:ext cx="720083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825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49" name="직사각형 33"/>
          <p:cNvSpPr>
            <a:spLocks noChangeArrowheads="1"/>
          </p:cNvSpPr>
          <p:nvPr/>
        </p:nvSpPr>
        <p:spPr bwMode="auto">
          <a:xfrm>
            <a:off x="4584700" y="1277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TextBox 65"/>
          <p:cNvSpPr txBox="1">
            <a:spLocks noChangeArrowheads="1"/>
          </p:cNvSpPr>
          <p:nvPr/>
        </p:nvSpPr>
        <p:spPr bwMode="auto">
          <a:xfrm>
            <a:off x="480131" y="39909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46" name="직사각형 66"/>
          <p:cNvSpPr>
            <a:spLocks noChangeArrowheads="1"/>
          </p:cNvSpPr>
          <p:nvPr/>
        </p:nvSpPr>
        <p:spPr bwMode="auto">
          <a:xfrm>
            <a:off x="1538992" y="3989313"/>
            <a:ext cx="3492000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48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82039"/>
              </p:ext>
            </p:extLst>
          </p:nvPr>
        </p:nvGraphicFramePr>
        <p:xfrm>
          <a:off x="355600" y="2259013"/>
          <a:ext cx="9061447" cy="428626"/>
        </p:xfrm>
        <a:graphic>
          <a:graphicData uri="http://schemas.openxmlformats.org/drawingml/2006/table">
            <a:tbl>
              <a:tblPr/>
              <a:tblGrid>
                <a:gridCol w="280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6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6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6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41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41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41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41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41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우선순위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적재구분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제품혼적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84" name="직사각형 54"/>
          <p:cNvSpPr>
            <a:spLocks noChangeArrowheads="1"/>
          </p:cNvSpPr>
          <p:nvPr/>
        </p:nvSpPr>
        <p:spPr bwMode="auto">
          <a:xfrm>
            <a:off x="301625" y="2090738"/>
            <a:ext cx="9215438" cy="13049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85" name="TextBox 55"/>
          <p:cNvSpPr txBox="1">
            <a:spLocks noChangeArrowheads="1"/>
          </p:cNvSpPr>
          <p:nvPr/>
        </p:nvSpPr>
        <p:spPr bwMode="auto">
          <a:xfrm>
            <a:off x="381000" y="20256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 목록</a:t>
            </a:r>
          </a:p>
        </p:txBody>
      </p:sp>
      <p:sp>
        <p:nvSpPr>
          <p:cNvPr id="10286" name="TextBox 65"/>
          <p:cNvSpPr txBox="1">
            <a:spLocks noChangeArrowheads="1"/>
          </p:cNvSpPr>
          <p:nvPr/>
        </p:nvSpPr>
        <p:spPr bwMode="auto">
          <a:xfrm>
            <a:off x="207963" y="131286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로케이션코드</a:t>
            </a:r>
          </a:p>
        </p:txBody>
      </p:sp>
      <p:sp>
        <p:nvSpPr>
          <p:cNvPr id="10287" name="직사각형 66"/>
          <p:cNvSpPr>
            <a:spLocks noChangeArrowheads="1"/>
          </p:cNvSpPr>
          <p:nvPr/>
        </p:nvSpPr>
        <p:spPr bwMode="auto">
          <a:xfrm>
            <a:off x="121602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88" name="직사각형 51"/>
          <p:cNvSpPr>
            <a:spLocks noChangeArrowheads="1"/>
          </p:cNvSpPr>
          <p:nvPr/>
        </p:nvSpPr>
        <p:spPr bwMode="auto">
          <a:xfrm>
            <a:off x="848836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0289" name="직사각형 51"/>
          <p:cNvSpPr>
            <a:spLocks noChangeArrowheads="1"/>
          </p:cNvSpPr>
          <p:nvPr/>
        </p:nvSpPr>
        <p:spPr bwMode="auto">
          <a:xfrm>
            <a:off x="68564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029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029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0292" name="직사각형 51"/>
          <p:cNvSpPr>
            <a:spLocks noChangeArrowheads="1"/>
          </p:cNvSpPr>
          <p:nvPr/>
        </p:nvSpPr>
        <p:spPr bwMode="auto">
          <a:xfrm>
            <a:off x="74025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0293" name="직사각형 51"/>
          <p:cNvSpPr>
            <a:spLocks noChangeArrowheads="1"/>
          </p:cNvSpPr>
          <p:nvPr/>
        </p:nvSpPr>
        <p:spPr bwMode="auto">
          <a:xfrm>
            <a:off x="79486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0294" name="직사각형 51"/>
          <p:cNvSpPr>
            <a:spLocks noChangeArrowheads="1"/>
          </p:cNvSpPr>
          <p:nvPr/>
        </p:nvSpPr>
        <p:spPr bwMode="auto">
          <a:xfrm>
            <a:off x="9026525" y="18351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0295" name="TextBox 65"/>
          <p:cNvSpPr txBox="1">
            <a:spLocks noChangeArrowheads="1"/>
          </p:cNvSpPr>
          <p:nvPr/>
        </p:nvSpPr>
        <p:spPr bwMode="auto">
          <a:xfrm>
            <a:off x="2551113" y="12954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구역</a:t>
            </a:r>
          </a:p>
        </p:txBody>
      </p:sp>
      <p:sp>
        <p:nvSpPr>
          <p:cNvPr id="10296" name="직사각형 66"/>
          <p:cNvSpPr>
            <a:spLocks noChangeArrowheads="1"/>
          </p:cNvSpPr>
          <p:nvPr/>
        </p:nvSpPr>
        <p:spPr bwMode="auto">
          <a:xfrm>
            <a:off x="3152775" y="1300163"/>
            <a:ext cx="1000125" cy="246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97" name="직사각형 54"/>
          <p:cNvSpPr>
            <a:spLocks noChangeArrowheads="1"/>
          </p:cNvSpPr>
          <p:nvPr/>
        </p:nvSpPr>
        <p:spPr bwMode="auto">
          <a:xfrm>
            <a:off x="309563" y="3500438"/>
            <a:ext cx="9234487" cy="2881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298" name="그룹 53"/>
          <p:cNvGrpSpPr>
            <a:grpSpLocks/>
          </p:cNvGrpSpPr>
          <p:nvPr/>
        </p:nvGrpSpPr>
        <p:grpSpPr bwMode="auto">
          <a:xfrm>
            <a:off x="488950" y="3673475"/>
            <a:ext cx="1820863" cy="250825"/>
            <a:chOff x="5703308" y="1166221"/>
            <a:chExt cx="1821318" cy="219077"/>
          </a:xfrm>
        </p:grpSpPr>
        <p:sp>
          <p:nvSpPr>
            <p:cNvPr id="10369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02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존코드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70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74974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99" name="그룹 56"/>
          <p:cNvGrpSpPr>
            <a:grpSpLocks/>
          </p:cNvGrpSpPr>
          <p:nvPr/>
        </p:nvGrpSpPr>
        <p:grpSpPr bwMode="auto">
          <a:xfrm>
            <a:off x="5883275" y="3654425"/>
            <a:ext cx="2071688" cy="250825"/>
            <a:chOff x="3238492" y="1428736"/>
            <a:chExt cx="2071698" cy="219077"/>
          </a:xfrm>
        </p:grpSpPr>
        <p:sp>
          <p:nvSpPr>
            <p:cNvPr id="1036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02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</a:p>
          </p:txBody>
        </p:sp>
        <p:sp>
          <p:nvSpPr>
            <p:cNvPr id="1036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300" name="직사각형 33"/>
          <p:cNvSpPr>
            <a:spLocks noChangeArrowheads="1"/>
          </p:cNvSpPr>
          <p:nvPr/>
        </p:nvSpPr>
        <p:spPr bwMode="auto">
          <a:xfrm>
            <a:off x="7815263" y="4052888"/>
            <a:ext cx="142875" cy="2460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3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430065"/>
              </p:ext>
            </p:extLst>
          </p:nvPr>
        </p:nvGraphicFramePr>
        <p:xfrm>
          <a:off x="350838" y="2805113"/>
          <a:ext cx="6546378" cy="428626"/>
        </p:xfrm>
        <a:graphic>
          <a:graphicData uri="http://schemas.openxmlformats.org/drawingml/2006/table">
            <a:tbl>
              <a:tblPr/>
              <a:tblGrid>
                <a:gridCol w="657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8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로트혼적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25" name="TextBox 65"/>
          <p:cNvSpPr txBox="1">
            <a:spLocks noChangeArrowheads="1"/>
          </p:cNvSpPr>
          <p:nvPr/>
        </p:nvSpPr>
        <p:spPr bwMode="auto">
          <a:xfrm>
            <a:off x="2974975" y="40767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적재구분</a:t>
            </a:r>
          </a:p>
        </p:txBody>
      </p:sp>
      <p:sp>
        <p:nvSpPr>
          <p:cNvPr id="10326" name="직사각형 66"/>
          <p:cNvSpPr>
            <a:spLocks noChangeArrowheads="1"/>
          </p:cNvSpPr>
          <p:nvPr/>
        </p:nvSpPr>
        <p:spPr bwMode="auto">
          <a:xfrm>
            <a:off x="4046538" y="4081463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27" name="TextBox 65"/>
          <p:cNvSpPr txBox="1">
            <a:spLocks noChangeArrowheads="1"/>
          </p:cNvSpPr>
          <p:nvPr/>
        </p:nvSpPr>
        <p:spPr bwMode="auto">
          <a:xfrm>
            <a:off x="488950" y="40767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로케이션유형</a:t>
            </a:r>
          </a:p>
        </p:txBody>
      </p:sp>
      <p:sp>
        <p:nvSpPr>
          <p:cNvPr id="10328" name="직사각형 66"/>
          <p:cNvSpPr>
            <a:spLocks noChangeArrowheads="1"/>
          </p:cNvSpPr>
          <p:nvPr/>
        </p:nvSpPr>
        <p:spPr bwMode="auto">
          <a:xfrm>
            <a:off x="1560513" y="4081463"/>
            <a:ext cx="1000125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29" name="TextBox 65"/>
          <p:cNvSpPr txBox="1">
            <a:spLocks noChangeArrowheads="1"/>
          </p:cNvSpPr>
          <p:nvPr/>
        </p:nvSpPr>
        <p:spPr bwMode="auto">
          <a:xfrm>
            <a:off x="5883275" y="40417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보류상태</a:t>
            </a:r>
          </a:p>
        </p:txBody>
      </p:sp>
      <p:sp>
        <p:nvSpPr>
          <p:cNvPr id="10330" name="직사각형 66"/>
          <p:cNvSpPr>
            <a:spLocks noChangeArrowheads="1"/>
          </p:cNvSpPr>
          <p:nvPr/>
        </p:nvSpPr>
        <p:spPr bwMode="auto">
          <a:xfrm>
            <a:off x="6954838" y="4046538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31" name="TextBox 65"/>
          <p:cNvSpPr txBox="1">
            <a:spLocks noChangeArrowheads="1"/>
          </p:cNvSpPr>
          <p:nvPr/>
        </p:nvSpPr>
        <p:spPr bwMode="auto">
          <a:xfrm>
            <a:off x="488950" y="45132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</a:t>
            </a:r>
          </a:p>
        </p:txBody>
      </p:sp>
      <p:sp>
        <p:nvSpPr>
          <p:cNvPr id="10332" name="직사각형 66"/>
          <p:cNvSpPr>
            <a:spLocks noChangeArrowheads="1"/>
          </p:cNvSpPr>
          <p:nvPr/>
        </p:nvSpPr>
        <p:spPr bwMode="auto">
          <a:xfrm>
            <a:off x="1560513" y="4518025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33" name="직사각형 33"/>
          <p:cNvSpPr>
            <a:spLocks noChangeArrowheads="1"/>
          </p:cNvSpPr>
          <p:nvPr/>
        </p:nvSpPr>
        <p:spPr bwMode="auto">
          <a:xfrm>
            <a:off x="2408238" y="6089650"/>
            <a:ext cx="142875" cy="2444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334" name="TextBox 65"/>
          <p:cNvSpPr txBox="1">
            <a:spLocks noChangeArrowheads="1"/>
          </p:cNvSpPr>
          <p:nvPr/>
        </p:nvSpPr>
        <p:spPr bwMode="auto">
          <a:xfrm>
            <a:off x="479425" y="60864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10335" name="직사각형 66"/>
          <p:cNvSpPr>
            <a:spLocks noChangeArrowheads="1"/>
          </p:cNvSpPr>
          <p:nvPr/>
        </p:nvSpPr>
        <p:spPr bwMode="auto">
          <a:xfrm>
            <a:off x="1550988" y="6091238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36" name="TextBox 65"/>
          <p:cNvSpPr txBox="1">
            <a:spLocks noChangeArrowheads="1"/>
          </p:cNvSpPr>
          <p:nvPr/>
        </p:nvSpPr>
        <p:spPr bwMode="auto">
          <a:xfrm>
            <a:off x="3008313" y="45085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제품혼적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37" name="직사각형 66"/>
          <p:cNvSpPr>
            <a:spLocks noChangeArrowheads="1"/>
          </p:cNvSpPr>
          <p:nvPr/>
        </p:nvSpPr>
        <p:spPr bwMode="auto">
          <a:xfrm>
            <a:off x="4079875" y="4513263"/>
            <a:ext cx="1000125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38" name="TextBox 65"/>
          <p:cNvSpPr txBox="1">
            <a:spLocks noChangeArrowheads="1"/>
          </p:cNvSpPr>
          <p:nvPr/>
        </p:nvSpPr>
        <p:spPr bwMode="auto">
          <a:xfrm>
            <a:off x="5897563" y="44751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로트혼적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39" name="직사각형 66"/>
          <p:cNvSpPr>
            <a:spLocks noChangeArrowheads="1"/>
          </p:cNvSpPr>
          <p:nvPr/>
        </p:nvSpPr>
        <p:spPr bwMode="auto">
          <a:xfrm>
            <a:off x="6969125" y="4479925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0" name="TextBox 65"/>
          <p:cNvSpPr txBox="1">
            <a:spLocks noChangeArrowheads="1"/>
          </p:cNvSpPr>
          <p:nvPr/>
        </p:nvSpPr>
        <p:spPr bwMode="auto">
          <a:xfrm>
            <a:off x="488950" y="48768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</a:p>
        </p:txBody>
      </p:sp>
      <p:sp>
        <p:nvSpPr>
          <p:cNvPr id="10341" name="직사각형 66"/>
          <p:cNvSpPr>
            <a:spLocks noChangeArrowheads="1"/>
          </p:cNvSpPr>
          <p:nvPr/>
        </p:nvSpPr>
        <p:spPr bwMode="auto">
          <a:xfrm>
            <a:off x="1560513" y="4870450"/>
            <a:ext cx="1000125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2" name="TextBox 65"/>
          <p:cNvSpPr txBox="1">
            <a:spLocks noChangeArrowheads="1"/>
          </p:cNvSpPr>
          <p:nvPr/>
        </p:nvSpPr>
        <p:spPr bwMode="auto">
          <a:xfrm>
            <a:off x="3008313" y="48768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</a:p>
        </p:txBody>
      </p:sp>
      <p:sp>
        <p:nvSpPr>
          <p:cNvPr id="10343" name="직사각형 66"/>
          <p:cNvSpPr>
            <a:spLocks noChangeArrowheads="1"/>
          </p:cNvSpPr>
          <p:nvPr/>
        </p:nvSpPr>
        <p:spPr bwMode="auto">
          <a:xfrm>
            <a:off x="4079875" y="4868863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4" name="TextBox 65"/>
          <p:cNvSpPr txBox="1">
            <a:spLocks noChangeArrowheads="1"/>
          </p:cNvSpPr>
          <p:nvPr/>
        </p:nvSpPr>
        <p:spPr bwMode="auto">
          <a:xfrm>
            <a:off x="5897563" y="48768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높이</a:t>
            </a:r>
          </a:p>
        </p:txBody>
      </p:sp>
      <p:sp>
        <p:nvSpPr>
          <p:cNvPr id="10345" name="직사각형 66"/>
          <p:cNvSpPr>
            <a:spLocks noChangeArrowheads="1"/>
          </p:cNvSpPr>
          <p:nvPr/>
        </p:nvSpPr>
        <p:spPr bwMode="auto">
          <a:xfrm>
            <a:off x="6969125" y="4868863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6" name="TextBox 65"/>
          <p:cNvSpPr txBox="1">
            <a:spLocks noChangeArrowheads="1"/>
          </p:cNvSpPr>
          <p:nvPr/>
        </p:nvSpPr>
        <p:spPr bwMode="auto">
          <a:xfrm>
            <a:off x="2974975" y="52292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(Kg)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7" name="직사각형 66"/>
          <p:cNvSpPr>
            <a:spLocks noChangeArrowheads="1"/>
          </p:cNvSpPr>
          <p:nvPr/>
        </p:nvSpPr>
        <p:spPr bwMode="auto">
          <a:xfrm>
            <a:off x="4046538" y="5233988"/>
            <a:ext cx="1000125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8" name="TextBox 65"/>
          <p:cNvSpPr txBox="1">
            <a:spLocks noChangeArrowheads="1"/>
          </p:cNvSpPr>
          <p:nvPr/>
        </p:nvSpPr>
        <p:spPr bwMode="auto">
          <a:xfrm>
            <a:off x="466725" y="56356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10349" name="직사각형 66"/>
          <p:cNvSpPr>
            <a:spLocks noChangeArrowheads="1"/>
          </p:cNvSpPr>
          <p:nvPr/>
        </p:nvSpPr>
        <p:spPr bwMode="auto">
          <a:xfrm>
            <a:off x="1538288" y="5640388"/>
            <a:ext cx="3541712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5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036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036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35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352" name="직사각형 51"/>
          <p:cNvSpPr>
            <a:spLocks noChangeArrowheads="1"/>
          </p:cNvSpPr>
          <p:nvPr/>
        </p:nvSpPr>
        <p:spPr bwMode="auto">
          <a:xfrm>
            <a:off x="6032500" y="1838325"/>
            <a:ext cx="7572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일괄생성</a:t>
            </a:r>
          </a:p>
        </p:txBody>
      </p:sp>
      <p:sp>
        <p:nvSpPr>
          <p:cNvPr id="10353" name="직사각형 66"/>
          <p:cNvSpPr>
            <a:spLocks noChangeArrowheads="1"/>
          </p:cNvSpPr>
          <p:nvPr/>
        </p:nvSpPr>
        <p:spPr bwMode="auto">
          <a:xfrm>
            <a:off x="4052888" y="3670300"/>
            <a:ext cx="241300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4" name="직사각형 66"/>
          <p:cNvSpPr>
            <a:spLocks noChangeArrowheads="1"/>
          </p:cNvSpPr>
          <p:nvPr/>
        </p:nvSpPr>
        <p:spPr bwMode="auto">
          <a:xfrm>
            <a:off x="2967038" y="3663950"/>
            <a:ext cx="900112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</a:p>
        </p:txBody>
      </p:sp>
      <p:sp>
        <p:nvSpPr>
          <p:cNvPr id="10355" name="직사각형 66"/>
          <p:cNvSpPr>
            <a:spLocks noChangeArrowheads="1"/>
          </p:cNvSpPr>
          <p:nvPr/>
        </p:nvSpPr>
        <p:spPr bwMode="auto">
          <a:xfrm>
            <a:off x="4422775" y="3665538"/>
            <a:ext cx="242888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6" name="직사각형 66"/>
          <p:cNvSpPr>
            <a:spLocks noChangeArrowheads="1"/>
          </p:cNvSpPr>
          <p:nvPr/>
        </p:nvSpPr>
        <p:spPr bwMode="auto">
          <a:xfrm>
            <a:off x="4805363" y="3665538"/>
            <a:ext cx="241300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7" name="직사각형 48"/>
          <p:cNvSpPr>
            <a:spLocks noChangeArrowheads="1"/>
          </p:cNvSpPr>
          <p:nvPr/>
        </p:nvSpPr>
        <p:spPr bwMode="auto">
          <a:xfrm>
            <a:off x="2425700" y="3690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8" name="직사각형 33"/>
          <p:cNvSpPr>
            <a:spLocks noChangeArrowheads="1"/>
          </p:cNvSpPr>
          <p:nvPr/>
        </p:nvSpPr>
        <p:spPr bwMode="auto">
          <a:xfrm>
            <a:off x="4022725" y="1300163"/>
            <a:ext cx="142875" cy="2460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359" name="직사각형 33"/>
          <p:cNvSpPr>
            <a:spLocks noChangeArrowheads="1"/>
          </p:cNvSpPr>
          <p:nvPr/>
        </p:nvSpPr>
        <p:spPr bwMode="auto">
          <a:xfrm>
            <a:off x="2420938" y="4084638"/>
            <a:ext cx="142875" cy="2460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360" name="직사각형 33"/>
          <p:cNvSpPr>
            <a:spLocks noChangeArrowheads="1"/>
          </p:cNvSpPr>
          <p:nvPr/>
        </p:nvSpPr>
        <p:spPr bwMode="auto">
          <a:xfrm>
            <a:off x="4903788" y="4076700"/>
            <a:ext cx="142875" cy="2460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361" name="TextBox 65"/>
          <p:cNvSpPr txBox="1">
            <a:spLocks noChangeArrowheads="1"/>
          </p:cNvSpPr>
          <p:nvPr/>
        </p:nvSpPr>
        <p:spPr bwMode="auto">
          <a:xfrm>
            <a:off x="488950" y="52292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체적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(CBM)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62" name="직사각형 66"/>
          <p:cNvSpPr>
            <a:spLocks noChangeArrowheads="1"/>
          </p:cNvSpPr>
          <p:nvPr/>
        </p:nvSpPr>
        <p:spPr bwMode="auto">
          <a:xfrm>
            <a:off x="1560513" y="5233988"/>
            <a:ext cx="1000125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63" name="TextBox 65"/>
          <p:cNvSpPr txBox="1">
            <a:spLocks noChangeArrowheads="1"/>
          </p:cNvSpPr>
          <p:nvPr/>
        </p:nvSpPr>
        <p:spPr bwMode="auto">
          <a:xfrm>
            <a:off x="7402513" y="5489575"/>
            <a:ext cx="219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로케이션유형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입하대기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출하대기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이동대기</a:t>
            </a:r>
          </a:p>
        </p:txBody>
      </p:sp>
      <p:sp>
        <p:nvSpPr>
          <p:cNvPr id="10364" name="TextBox 66"/>
          <p:cNvSpPr txBox="1">
            <a:spLocks noChangeArrowheads="1"/>
          </p:cNvSpPr>
          <p:nvPr/>
        </p:nvSpPr>
        <p:spPr bwMode="auto">
          <a:xfrm>
            <a:off x="7402513" y="5772150"/>
            <a:ext cx="2197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적재구분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Pallet, Box, </a:t>
            </a:r>
            <a:r>
              <a:rPr lang="en-US" altLang="ko-KR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69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로케이션관리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일괄생성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2293" name="직사각형 54"/>
          <p:cNvSpPr>
            <a:spLocks noChangeArrowheads="1"/>
          </p:cNvSpPr>
          <p:nvPr/>
        </p:nvSpPr>
        <p:spPr bwMode="auto">
          <a:xfrm>
            <a:off x="309563" y="2133600"/>
            <a:ext cx="9234487" cy="2881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294" name="그룹 53"/>
          <p:cNvGrpSpPr>
            <a:grpSpLocks/>
          </p:cNvGrpSpPr>
          <p:nvPr/>
        </p:nvGrpSpPr>
        <p:grpSpPr bwMode="auto">
          <a:xfrm>
            <a:off x="488950" y="2306638"/>
            <a:ext cx="1820863" cy="250825"/>
            <a:chOff x="5703308" y="1166221"/>
            <a:chExt cx="1821318" cy="219077"/>
          </a:xfrm>
        </p:grpSpPr>
        <p:sp>
          <p:nvSpPr>
            <p:cNvPr id="12340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02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존코드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341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74974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295" name="직사각형 33"/>
          <p:cNvSpPr>
            <a:spLocks noChangeArrowheads="1"/>
          </p:cNvSpPr>
          <p:nvPr/>
        </p:nvSpPr>
        <p:spPr bwMode="auto">
          <a:xfrm>
            <a:off x="7815263" y="3584575"/>
            <a:ext cx="142875" cy="2460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296" name="TextBox 65"/>
          <p:cNvSpPr txBox="1">
            <a:spLocks noChangeArrowheads="1"/>
          </p:cNvSpPr>
          <p:nvPr/>
        </p:nvSpPr>
        <p:spPr bwMode="auto">
          <a:xfrm>
            <a:off x="2974975" y="36083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적재구분</a:t>
            </a:r>
          </a:p>
        </p:txBody>
      </p:sp>
      <p:sp>
        <p:nvSpPr>
          <p:cNvPr id="12297" name="직사각형 66"/>
          <p:cNvSpPr>
            <a:spLocks noChangeArrowheads="1"/>
          </p:cNvSpPr>
          <p:nvPr/>
        </p:nvSpPr>
        <p:spPr bwMode="auto">
          <a:xfrm>
            <a:off x="4046538" y="3613150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TextBox 65"/>
          <p:cNvSpPr txBox="1">
            <a:spLocks noChangeArrowheads="1"/>
          </p:cNvSpPr>
          <p:nvPr/>
        </p:nvSpPr>
        <p:spPr bwMode="auto">
          <a:xfrm>
            <a:off x="488950" y="36083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로케이션유형</a:t>
            </a:r>
          </a:p>
        </p:txBody>
      </p:sp>
      <p:sp>
        <p:nvSpPr>
          <p:cNvPr id="12299" name="직사각형 66"/>
          <p:cNvSpPr>
            <a:spLocks noChangeArrowheads="1"/>
          </p:cNvSpPr>
          <p:nvPr/>
        </p:nvSpPr>
        <p:spPr bwMode="auto">
          <a:xfrm>
            <a:off x="1560513" y="3613150"/>
            <a:ext cx="1000125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TextBox 65"/>
          <p:cNvSpPr txBox="1">
            <a:spLocks noChangeArrowheads="1"/>
          </p:cNvSpPr>
          <p:nvPr/>
        </p:nvSpPr>
        <p:spPr bwMode="auto">
          <a:xfrm>
            <a:off x="5883275" y="35734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보류상태</a:t>
            </a:r>
          </a:p>
        </p:txBody>
      </p:sp>
      <p:sp>
        <p:nvSpPr>
          <p:cNvPr id="12301" name="직사각형 66"/>
          <p:cNvSpPr>
            <a:spLocks noChangeArrowheads="1"/>
          </p:cNvSpPr>
          <p:nvPr/>
        </p:nvSpPr>
        <p:spPr bwMode="auto">
          <a:xfrm>
            <a:off x="6954838" y="3578225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2" name="TextBox 65"/>
          <p:cNvSpPr txBox="1">
            <a:spLocks noChangeArrowheads="1"/>
          </p:cNvSpPr>
          <p:nvPr/>
        </p:nvSpPr>
        <p:spPr bwMode="auto">
          <a:xfrm>
            <a:off x="488950" y="39782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</a:t>
            </a:r>
          </a:p>
        </p:txBody>
      </p:sp>
      <p:sp>
        <p:nvSpPr>
          <p:cNvPr id="12303" name="직사각형 66"/>
          <p:cNvSpPr>
            <a:spLocks noChangeArrowheads="1"/>
          </p:cNvSpPr>
          <p:nvPr/>
        </p:nvSpPr>
        <p:spPr bwMode="auto">
          <a:xfrm>
            <a:off x="1560513" y="3983038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4" name="TextBox 65"/>
          <p:cNvSpPr txBox="1">
            <a:spLocks noChangeArrowheads="1"/>
          </p:cNvSpPr>
          <p:nvPr/>
        </p:nvSpPr>
        <p:spPr bwMode="auto">
          <a:xfrm>
            <a:off x="3008313" y="39735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제품혼적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5" name="직사각형 66"/>
          <p:cNvSpPr>
            <a:spLocks noChangeArrowheads="1"/>
          </p:cNvSpPr>
          <p:nvPr/>
        </p:nvSpPr>
        <p:spPr bwMode="auto">
          <a:xfrm>
            <a:off x="4079875" y="3978275"/>
            <a:ext cx="1000125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6" name="TextBox 65"/>
          <p:cNvSpPr txBox="1">
            <a:spLocks noChangeArrowheads="1"/>
          </p:cNvSpPr>
          <p:nvPr/>
        </p:nvSpPr>
        <p:spPr bwMode="auto">
          <a:xfrm>
            <a:off x="5897563" y="39401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로트혼적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7" name="직사각형 66"/>
          <p:cNvSpPr>
            <a:spLocks noChangeArrowheads="1"/>
          </p:cNvSpPr>
          <p:nvPr/>
        </p:nvSpPr>
        <p:spPr bwMode="auto">
          <a:xfrm>
            <a:off x="6969125" y="3944938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8" name="TextBox 65"/>
          <p:cNvSpPr txBox="1">
            <a:spLocks noChangeArrowheads="1"/>
          </p:cNvSpPr>
          <p:nvPr/>
        </p:nvSpPr>
        <p:spPr bwMode="auto">
          <a:xfrm>
            <a:off x="488950" y="43418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</a:p>
        </p:txBody>
      </p:sp>
      <p:sp>
        <p:nvSpPr>
          <p:cNvPr id="12309" name="직사각형 66"/>
          <p:cNvSpPr>
            <a:spLocks noChangeArrowheads="1"/>
          </p:cNvSpPr>
          <p:nvPr/>
        </p:nvSpPr>
        <p:spPr bwMode="auto">
          <a:xfrm>
            <a:off x="1560513" y="4335463"/>
            <a:ext cx="1000125" cy="242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0" name="TextBox 65"/>
          <p:cNvSpPr txBox="1">
            <a:spLocks noChangeArrowheads="1"/>
          </p:cNvSpPr>
          <p:nvPr/>
        </p:nvSpPr>
        <p:spPr bwMode="auto">
          <a:xfrm>
            <a:off x="3008313" y="43418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</a:p>
        </p:txBody>
      </p:sp>
      <p:sp>
        <p:nvSpPr>
          <p:cNvPr id="12311" name="직사각형 66"/>
          <p:cNvSpPr>
            <a:spLocks noChangeArrowheads="1"/>
          </p:cNvSpPr>
          <p:nvPr/>
        </p:nvSpPr>
        <p:spPr bwMode="auto">
          <a:xfrm>
            <a:off x="4079875" y="4333875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2" name="TextBox 65"/>
          <p:cNvSpPr txBox="1">
            <a:spLocks noChangeArrowheads="1"/>
          </p:cNvSpPr>
          <p:nvPr/>
        </p:nvSpPr>
        <p:spPr bwMode="auto">
          <a:xfrm>
            <a:off x="5897563" y="43418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높이</a:t>
            </a:r>
          </a:p>
        </p:txBody>
      </p:sp>
      <p:sp>
        <p:nvSpPr>
          <p:cNvPr id="12313" name="직사각형 66"/>
          <p:cNvSpPr>
            <a:spLocks noChangeArrowheads="1"/>
          </p:cNvSpPr>
          <p:nvPr/>
        </p:nvSpPr>
        <p:spPr bwMode="auto">
          <a:xfrm>
            <a:off x="6969125" y="4333875"/>
            <a:ext cx="10001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4" name="TextBox 65"/>
          <p:cNvSpPr txBox="1">
            <a:spLocks noChangeArrowheads="1"/>
          </p:cNvSpPr>
          <p:nvPr/>
        </p:nvSpPr>
        <p:spPr bwMode="auto">
          <a:xfrm>
            <a:off x="2974975" y="46942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(Kg)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5" name="직사각형 66"/>
          <p:cNvSpPr>
            <a:spLocks noChangeArrowheads="1"/>
          </p:cNvSpPr>
          <p:nvPr/>
        </p:nvSpPr>
        <p:spPr bwMode="auto">
          <a:xfrm>
            <a:off x="4046538" y="4699000"/>
            <a:ext cx="1000125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31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3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233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31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318" name="직사각형 48"/>
          <p:cNvSpPr>
            <a:spLocks noChangeArrowheads="1"/>
          </p:cNvSpPr>
          <p:nvPr/>
        </p:nvSpPr>
        <p:spPr bwMode="auto">
          <a:xfrm>
            <a:off x="2425700" y="2324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9" name="직사각형 33"/>
          <p:cNvSpPr>
            <a:spLocks noChangeArrowheads="1"/>
          </p:cNvSpPr>
          <p:nvPr/>
        </p:nvSpPr>
        <p:spPr bwMode="auto">
          <a:xfrm>
            <a:off x="2420938" y="3616325"/>
            <a:ext cx="142875" cy="2460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320" name="직사각형 33"/>
          <p:cNvSpPr>
            <a:spLocks noChangeArrowheads="1"/>
          </p:cNvSpPr>
          <p:nvPr/>
        </p:nvSpPr>
        <p:spPr bwMode="auto">
          <a:xfrm>
            <a:off x="4903788" y="3608388"/>
            <a:ext cx="142875" cy="2460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321" name="TextBox 65"/>
          <p:cNvSpPr txBox="1">
            <a:spLocks noChangeArrowheads="1"/>
          </p:cNvSpPr>
          <p:nvPr/>
        </p:nvSpPr>
        <p:spPr bwMode="auto">
          <a:xfrm>
            <a:off x="488950" y="46942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체적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(CBM)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2" name="직사각형 66"/>
          <p:cNvSpPr>
            <a:spLocks noChangeArrowheads="1"/>
          </p:cNvSpPr>
          <p:nvPr/>
        </p:nvSpPr>
        <p:spPr bwMode="auto">
          <a:xfrm>
            <a:off x="1560513" y="4699000"/>
            <a:ext cx="1000125" cy="242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3" name="TextBox 65"/>
          <p:cNvSpPr txBox="1">
            <a:spLocks noChangeArrowheads="1"/>
          </p:cNvSpPr>
          <p:nvPr/>
        </p:nvSpPr>
        <p:spPr bwMode="auto">
          <a:xfrm>
            <a:off x="7346950" y="5816600"/>
            <a:ext cx="219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로케이션유형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입하대기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출하대기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이동대기</a:t>
            </a:r>
          </a:p>
        </p:txBody>
      </p:sp>
      <p:sp>
        <p:nvSpPr>
          <p:cNvPr id="12324" name="TextBox 66"/>
          <p:cNvSpPr txBox="1">
            <a:spLocks noChangeArrowheads="1"/>
          </p:cNvSpPr>
          <p:nvPr/>
        </p:nvSpPr>
        <p:spPr bwMode="auto">
          <a:xfrm>
            <a:off x="7346950" y="6099175"/>
            <a:ext cx="2197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적재구분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Pallet, Box, </a:t>
            </a:r>
            <a:r>
              <a:rPr lang="en-US" altLang="ko-KR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5" name="TextBox 65"/>
          <p:cNvSpPr txBox="1">
            <a:spLocks noChangeArrowheads="1"/>
          </p:cNvSpPr>
          <p:nvPr/>
        </p:nvSpPr>
        <p:spPr bwMode="auto">
          <a:xfrm>
            <a:off x="488950" y="26368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</a:t>
            </a:r>
          </a:p>
        </p:txBody>
      </p:sp>
      <p:sp>
        <p:nvSpPr>
          <p:cNvPr id="12326" name="직사각형 66"/>
          <p:cNvSpPr>
            <a:spLocks noChangeArrowheads="1"/>
          </p:cNvSpPr>
          <p:nvPr/>
        </p:nvSpPr>
        <p:spPr bwMode="auto">
          <a:xfrm>
            <a:off x="1560513" y="2641600"/>
            <a:ext cx="439737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7" name="직사각형 66"/>
          <p:cNvSpPr>
            <a:spLocks noChangeArrowheads="1"/>
          </p:cNvSpPr>
          <p:nvPr/>
        </p:nvSpPr>
        <p:spPr bwMode="auto">
          <a:xfrm>
            <a:off x="2144713" y="2636838"/>
            <a:ext cx="4413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8" name="TextBox 65"/>
          <p:cNvSpPr txBox="1">
            <a:spLocks noChangeArrowheads="1"/>
          </p:cNvSpPr>
          <p:nvPr/>
        </p:nvSpPr>
        <p:spPr bwMode="auto">
          <a:xfrm>
            <a:off x="1936750" y="2636838"/>
            <a:ext cx="279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9" name="TextBox 65"/>
          <p:cNvSpPr txBox="1">
            <a:spLocks noChangeArrowheads="1"/>
          </p:cNvSpPr>
          <p:nvPr/>
        </p:nvSpPr>
        <p:spPr bwMode="auto">
          <a:xfrm>
            <a:off x="488950" y="29638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열</a:t>
            </a:r>
          </a:p>
        </p:txBody>
      </p:sp>
      <p:sp>
        <p:nvSpPr>
          <p:cNvPr id="12330" name="직사각형 66"/>
          <p:cNvSpPr>
            <a:spLocks noChangeArrowheads="1"/>
          </p:cNvSpPr>
          <p:nvPr/>
        </p:nvSpPr>
        <p:spPr bwMode="auto">
          <a:xfrm>
            <a:off x="1560513" y="2968625"/>
            <a:ext cx="439737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1" name="직사각형 66"/>
          <p:cNvSpPr>
            <a:spLocks noChangeArrowheads="1"/>
          </p:cNvSpPr>
          <p:nvPr/>
        </p:nvSpPr>
        <p:spPr bwMode="auto">
          <a:xfrm>
            <a:off x="2144713" y="2963863"/>
            <a:ext cx="4413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2" name="TextBox 65"/>
          <p:cNvSpPr txBox="1">
            <a:spLocks noChangeArrowheads="1"/>
          </p:cNvSpPr>
          <p:nvPr/>
        </p:nvSpPr>
        <p:spPr bwMode="auto">
          <a:xfrm>
            <a:off x="1936750" y="2963863"/>
            <a:ext cx="279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3" name="TextBox 65"/>
          <p:cNvSpPr txBox="1">
            <a:spLocks noChangeArrowheads="1"/>
          </p:cNvSpPr>
          <p:nvPr/>
        </p:nvSpPr>
        <p:spPr bwMode="auto">
          <a:xfrm>
            <a:off x="488950" y="325278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</a:p>
        </p:txBody>
      </p:sp>
      <p:sp>
        <p:nvSpPr>
          <p:cNvPr id="12334" name="직사각형 66"/>
          <p:cNvSpPr>
            <a:spLocks noChangeArrowheads="1"/>
          </p:cNvSpPr>
          <p:nvPr/>
        </p:nvSpPr>
        <p:spPr bwMode="auto">
          <a:xfrm>
            <a:off x="1560513" y="3257550"/>
            <a:ext cx="439737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5" name="직사각형 66"/>
          <p:cNvSpPr>
            <a:spLocks noChangeArrowheads="1"/>
          </p:cNvSpPr>
          <p:nvPr/>
        </p:nvSpPr>
        <p:spPr bwMode="auto">
          <a:xfrm>
            <a:off x="2144713" y="3252788"/>
            <a:ext cx="441325" cy="244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6" name="TextBox 65"/>
          <p:cNvSpPr txBox="1">
            <a:spLocks noChangeArrowheads="1"/>
          </p:cNvSpPr>
          <p:nvPr/>
        </p:nvSpPr>
        <p:spPr bwMode="auto">
          <a:xfrm>
            <a:off x="1936750" y="3252788"/>
            <a:ext cx="279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7" name="직사각형 51"/>
          <p:cNvSpPr>
            <a:spLocks noChangeArrowheads="1"/>
          </p:cNvSpPr>
          <p:nvPr/>
        </p:nvSpPr>
        <p:spPr bwMode="auto">
          <a:xfrm>
            <a:off x="4021138" y="23320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259013"/>
          <a:ext cx="9061446" cy="496887"/>
        </p:xfrm>
        <a:graphic>
          <a:graphicData uri="http://schemas.openxmlformats.org/drawingml/2006/table">
            <a:tbl>
              <a:tblPr/>
              <a:tblGrid>
                <a:gridCol w="29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644">
                  <a:extLst>
                    <a:ext uri="{9D8B030D-6E8A-4147-A177-3AD203B41FA5}">
                      <a16:colId xmlns:a16="http://schemas.microsoft.com/office/drawing/2014/main" val="1951423074"/>
                    </a:ext>
                  </a:extLst>
                </a:gridCol>
                <a:gridCol w="558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85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8932">
                  <a:extLst>
                    <a:ext uri="{9D8B030D-6E8A-4147-A177-3AD203B41FA5}">
                      <a16:colId xmlns:a16="http://schemas.microsoft.com/office/drawing/2014/main" val="4086021065"/>
                    </a:ext>
                  </a:extLst>
                </a:gridCol>
                <a:gridCol w="348932">
                  <a:extLst>
                    <a:ext uri="{9D8B030D-6E8A-4147-A177-3AD203B41FA5}">
                      <a16:colId xmlns:a16="http://schemas.microsoft.com/office/drawing/2014/main" val="4026705689"/>
                    </a:ext>
                  </a:extLst>
                </a:gridCol>
                <a:gridCol w="488503">
                  <a:extLst>
                    <a:ext uri="{9D8B030D-6E8A-4147-A177-3AD203B41FA5}">
                      <a16:colId xmlns:a16="http://schemas.microsoft.com/office/drawing/2014/main" val="4000663504"/>
                    </a:ext>
                  </a:extLst>
                </a:gridCol>
                <a:gridCol w="488503">
                  <a:extLst>
                    <a:ext uri="{9D8B030D-6E8A-4147-A177-3AD203B41FA5}">
                      <a16:colId xmlns:a16="http://schemas.microsoft.com/office/drawing/2014/main" val="428121923"/>
                    </a:ext>
                  </a:extLst>
                </a:gridCol>
                <a:gridCol w="4885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74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74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기본주소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팩스번호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담당자전화번호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담당자이메일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2" name="직사각형 54"/>
          <p:cNvSpPr>
            <a:spLocks noChangeArrowheads="1"/>
          </p:cNvSpPr>
          <p:nvPr/>
        </p:nvSpPr>
        <p:spPr bwMode="auto">
          <a:xfrm>
            <a:off x="301625" y="2090738"/>
            <a:ext cx="9215438" cy="1257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93" name="TextBox 55"/>
          <p:cNvSpPr txBox="1">
            <a:spLocks noChangeArrowheads="1"/>
          </p:cNvSpPr>
          <p:nvPr/>
        </p:nvSpPr>
        <p:spPr bwMode="auto">
          <a:xfrm>
            <a:off x="381000" y="19891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 목록</a:t>
            </a:r>
          </a:p>
        </p:txBody>
      </p:sp>
      <p:sp>
        <p:nvSpPr>
          <p:cNvPr id="14394" name="TextBox 65"/>
          <p:cNvSpPr txBox="1">
            <a:spLocks noChangeArrowheads="1"/>
          </p:cNvSpPr>
          <p:nvPr/>
        </p:nvSpPr>
        <p:spPr bwMode="auto">
          <a:xfrm>
            <a:off x="344488" y="1295400"/>
            <a:ext cx="8636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고객사코드</a:t>
            </a:r>
          </a:p>
        </p:txBody>
      </p:sp>
      <p:sp>
        <p:nvSpPr>
          <p:cNvPr id="14395" name="직사각형 66"/>
          <p:cNvSpPr>
            <a:spLocks noChangeArrowheads="1"/>
          </p:cNvSpPr>
          <p:nvPr/>
        </p:nvSpPr>
        <p:spPr bwMode="auto">
          <a:xfrm>
            <a:off x="13604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96" name="직사각형 51"/>
          <p:cNvSpPr>
            <a:spLocks noChangeArrowheads="1"/>
          </p:cNvSpPr>
          <p:nvPr/>
        </p:nvSpPr>
        <p:spPr bwMode="auto">
          <a:xfrm>
            <a:off x="848836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4397" name="직사각형 51"/>
          <p:cNvSpPr>
            <a:spLocks noChangeArrowheads="1"/>
          </p:cNvSpPr>
          <p:nvPr/>
        </p:nvSpPr>
        <p:spPr bwMode="auto">
          <a:xfrm>
            <a:off x="68564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439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439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4400" name="직사각형 51"/>
          <p:cNvSpPr>
            <a:spLocks noChangeArrowheads="1"/>
          </p:cNvSpPr>
          <p:nvPr/>
        </p:nvSpPr>
        <p:spPr bwMode="auto">
          <a:xfrm>
            <a:off x="74025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4401" name="직사각형 51"/>
          <p:cNvSpPr>
            <a:spLocks noChangeArrowheads="1"/>
          </p:cNvSpPr>
          <p:nvPr/>
        </p:nvSpPr>
        <p:spPr bwMode="auto">
          <a:xfrm>
            <a:off x="79486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4402" name="직사각형 51"/>
          <p:cNvSpPr>
            <a:spLocks noChangeArrowheads="1"/>
          </p:cNvSpPr>
          <p:nvPr/>
        </p:nvSpPr>
        <p:spPr bwMode="auto">
          <a:xfrm>
            <a:off x="9026525" y="18351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14403" name="그룹 52"/>
          <p:cNvGrpSpPr>
            <a:grpSpLocks/>
          </p:cNvGrpSpPr>
          <p:nvPr/>
        </p:nvGrpSpPr>
        <p:grpSpPr bwMode="auto">
          <a:xfrm>
            <a:off x="488950" y="3594100"/>
            <a:ext cx="2071688" cy="230188"/>
            <a:chOff x="3238492" y="1428736"/>
            <a:chExt cx="2071698" cy="230832"/>
          </a:xfrm>
        </p:grpSpPr>
        <p:sp>
          <p:nvSpPr>
            <p:cNvPr id="1445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고객사코드</a:t>
              </a:r>
            </a:p>
          </p:txBody>
        </p:sp>
        <p:sp>
          <p:nvSpPr>
            <p:cNvPr id="14451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404" name="직사각형 54"/>
          <p:cNvSpPr>
            <a:spLocks noChangeArrowheads="1"/>
          </p:cNvSpPr>
          <p:nvPr/>
        </p:nvSpPr>
        <p:spPr bwMode="auto">
          <a:xfrm>
            <a:off x="309563" y="3429000"/>
            <a:ext cx="9234487" cy="28082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405" name="그룹 53"/>
          <p:cNvGrpSpPr>
            <a:grpSpLocks/>
          </p:cNvGrpSpPr>
          <p:nvPr/>
        </p:nvGrpSpPr>
        <p:grpSpPr bwMode="auto">
          <a:xfrm>
            <a:off x="3903663" y="3602038"/>
            <a:ext cx="2071687" cy="230187"/>
            <a:chOff x="5703308" y="1166221"/>
            <a:chExt cx="2071698" cy="230832"/>
          </a:xfrm>
        </p:grpSpPr>
        <p:sp>
          <p:nvSpPr>
            <p:cNvPr id="14448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고객사명</a:t>
              </a:r>
            </a:p>
          </p:txBody>
        </p:sp>
        <p:sp>
          <p:nvSpPr>
            <p:cNvPr id="14449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406" name="TextBox 65"/>
          <p:cNvSpPr txBox="1">
            <a:spLocks noChangeArrowheads="1"/>
          </p:cNvSpPr>
          <p:nvPr/>
        </p:nvSpPr>
        <p:spPr bwMode="auto">
          <a:xfrm>
            <a:off x="528638" y="5503863"/>
            <a:ext cx="10715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</a:p>
        </p:txBody>
      </p:sp>
      <p:sp>
        <p:nvSpPr>
          <p:cNvPr id="14407" name="직사각형 66"/>
          <p:cNvSpPr>
            <a:spLocks noChangeArrowheads="1"/>
          </p:cNvSpPr>
          <p:nvPr/>
        </p:nvSpPr>
        <p:spPr bwMode="auto">
          <a:xfrm>
            <a:off x="1600200" y="5507038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08" name="TextBox 65"/>
          <p:cNvSpPr txBox="1">
            <a:spLocks noChangeArrowheads="1"/>
          </p:cNvSpPr>
          <p:nvPr/>
        </p:nvSpPr>
        <p:spPr bwMode="auto">
          <a:xfrm>
            <a:off x="3898900" y="54451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담당자전화번호</a:t>
            </a:r>
          </a:p>
        </p:txBody>
      </p:sp>
      <p:sp>
        <p:nvSpPr>
          <p:cNvPr id="14409" name="직사각형 66"/>
          <p:cNvSpPr>
            <a:spLocks noChangeArrowheads="1"/>
          </p:cNvSpPr>
          <p:nvPr/>
        </p:nvSpPr>
        <p:spPr bwMode="auto">
          <a:xfrm>
            <a:off x="4970463" y="54498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10" name="TextBox 65"/>
          <p:cNvSpPr txBox="1">
            <a:spLocks noChangeArrowheads="1"/>
          </p:cNvSpPr>
          <p:nvPr/>
        </p:nvSpPr>
        <p:spPr bwMode="auto">
          <a:xfrm>
            <a:off x="534988" y="3935413"/>
            <a:ext cx="10080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</a:p>
        </p:txBody>
      </p:sp>
      <p:sp>
        <p:nvSpPr>
          <p:cNvPr id="14411" name="직사각형 66"/>
          <p:cNvSpPr>
            <a:spLocks noChangeArrowheads="1"/>
          </p:cNvSpPr>
          <p:nvPr/>
        </p:nvSpPr>
        <p:spPr bwMode="auto">
          <a:xfrm>
            <a:off x="1593850" y="39433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12" name="TextBox 65"/>
          <p:cNvSpPr txBox="1">
            <a:spLocks noChangeArrowheads="1"/>
          </p:cNvSpPr>
          <p:nvPr/>
        </p:nvSpPr>
        <p:spPr bwMode="auto">
          <a:xfrm>
            <a:off x="7113588" y="39354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대표자명</a:t>
            </a:r>
          </a:p>
        </p:txBody>
      </p:sp>
      <p:sp>
        <p:nvSpPr>
          <p:cNvPr id="14413" name="직사각형 66"/>
          <p:cNvSpPr>
            <a:spLocks noChangeArrowheads="1"/>
          </p:cNvSpPr>
          <p:nvPr/>
        </p:nvSpPr>
        <p:spPr bwMode="auto">
          <a:xfrm>
            <a:off x="8197850" y="39433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14" name="TextBox 65"/>
          <p:cNvSpPr txBox="1">
            <a:spLocks noChangeArrowheads="1"/>
          </p:cNvSpPr>
          <p:nvPr/>
        </p:nvSpPr>
        <p:spPr bwMode="auto">
          <a:xfrm>
            <a:off x="534988" y="48418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</a:t>
            </a:r>
          </a:p>
        </p:txBody>
      </p:sp>
      <p:sp>
        <p:nvSpPr>
          <p:cNvPr id="14415" name="직사각형 66"/>
          <p:cNvSpPr>
            <a:spLocks noChangeArrowheads="1"/>
          </p:cNvSpPr>
          <p:nvPr/>
        </p:nvSpPr>
        <p:spPr bwMode="auto">
          <a:xfrm>
            <a:off x="1593850" y="4840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16" name="TextBox 65"/>
          <p:cNvSpPr txBox="1">
            <a:spLocks noChangeArrowheads="1"/>
          </p:cNvSpPr>
          <p:nvPr/>
        </p:nvSpPr>
        <p:spPr bwMode="auto">
          <a:xfrm>
            <a:off x="534988" y="42243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</a:t>
            </a:r>
          </a:p>
        </p:txBody>
      </p:sp>
      <p:sp>
        <p:nvSpPr>
          <p:cNvPr id="14417" name="직사각형 66"/>
          <p:cNvSpPr>
            <a:spLocks noChangeArrowheads="1"/>
          </p:cNvSpPr>
          <p:nvPr/>
        </p:nvSpPr>
        <p:spPr bwMode="auto">
          <a:xfrm>
            <a:off x="1593850" y="423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18" name="직사각형 66"/>
          <p:cNvSpPr>
            <a:spLocks noChangeArrowheads="1"/>
          </p:cNvSpPr>
          <p:nvPr/>
        </p:nvSpPr>
        <p:spPr bwMode="auto">
          <a:xfrm>
            <a:off x="4983163" y="4527550"/>
            <a:ext cx="4211637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19" name="TextBox 65"/>
          <p:cNvSpPr txBox="1">
            <a:spLocks noChangeArrowheads="1"/>
          </p:cNvSpPr>
          <p:nvPr/>
        </p:nvSpPr>
        <p:spPr bwMode="auto">
          <a:xfrm>
            <a:off x="534988" y="51435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</a:p>
        </p:txBody>
      </p:sp>
      <p:sp>
        <p:nvSpPr>
          <p:cNvPr id="14420" name="직사각형 66"/>
          <p:cNvSpPr>
            <a:spLocks noChangeArrowheads="1"/>
          </p:cNvSpPr>
          <p:nvPr/>
        </p:nvSpPr>
        <p:spPr bwMode="auto">
          <a:xfrm>
            <a:off x="1593850" y="51419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21" name="TextBox 65"/>
          <p:cNvSpPr txBox="1">
            <a:spLocks noChangeArrowheads="1"/>
          </p:cNvSpPr>
          <p:nvPr/>
        </p:nvSpPr>
        <p:spPr bwMode="auto">
          <a:xfrm>
            <a:off x="3917950" y="51133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팩스번호</a:t>
            </a:r>
          </a:p>
        </p:txBody>
      </p:sp>
      <p:sp>
        <p:nvSpPr>
          <p:cNvPr id="14422" name="직사각형 66"/>
          <p:cNvSpPr>
            <a:spLocks noChangeArrowheads="1"/>
          </p:cNvSpPr>
          <p:nvPr/>
        </p:nvSpPr>
        <p:spPr bwMode="auto">
          <a:xfrm>
            <a:off x="4983163" y="511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23" name="TextBox 65"/>
          <p:cNvSpPr txBox="1">
            <a:spLocks noChangeArrowheads="1"/>
          </p:cNvSpPr>
          <p:nvPr/>
        </p:nvSpPr>
        <p:spPr bwMode="auto">
          <a:xfrm>
            <a:off x="3917950" y="48244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업종</a:t>
            </a:r>
          </a:p>
        </p:txBody>
      </p:sp>
      <p:sp>
        <p:nvSpPr>
          <p:cNvPr id="14424" name="직사각형 66"/>
          <p:cNvSpPr>
            <a:spLocks noChangeArrowheads="1"/>
          </p:cNvSpPr>
          <p:nvPr/>
        </p:nvSpPr>
        <p:spPr bwMode="auto">
          <a:xfrm>
            <a:off x="4983163" y="48228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25" name="직사각형 66"/>
          <p:cNvSpPr>
            <a:spLocks noChangeArrowheads="1"/>
          </p:cNvSpPr>
          <p:nvPr/>
        </p:nvSpPr>
        <p:spPr bwMode="auto">
          <a:xfrm>
            <a:off x="4989513" y="4232275"/>
            <a:ext cx="4211637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26" name="TextBox 65"/>
          <p:cNvSpPr txBox="1">
            <a:spLocks noChangeArrowheads="1"/>
          </p:cNvSpPr>
          <p:nvPr/>
        </p:nvSpPr>
        <p:spPr bwMode="auto">
          <a:xfrm>
            <a:off x="3917950" y="39354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</a:p>
        </p:txBody>
      </p:sp>
      <p:sp>
        <p:nvSpPr>
          <p:cNvPr id="14427" name="직사각형 66"/>
          <p:cNvSpPr>
            <a:spLocks noChangeArrowheads="1"/>
          </p:cNvSpPr>
          <p:nvPr/>
        </p:nvSpPr>
        <p:spPr bwMode="auto">
          <a:xfrm>
            <a:off x="4983163" y="39433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28" name="TextBox 65"/>
          <p:cNvSpPr txBox="1">
            <a:spLocks noChangeArrowheads="1"/>
          </p:cNvSpPr>
          <p:nvPr/>
        </p:nvSpPr>
        <p:spPr bwMode="auto">
          <a:xfrm>
            <a:off x="3917950" y="42243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</a:p>
        </p:txBody>
      </p:sp>
      <p:sp>
        <p:nvSpPr>
          <p:cNvPr id="14429" name="TextBox 65"/>
          <p:cNvSpPr txBox="1">
            <a:spLocks noChangeArrowheads="1"/>
          </p:cNvSpPr>
          <p:nvPr/>
        </p:nvSpPr>
        <p:spPr bwMode="auto">
          <a:xfrm>
            <a:off x="3917950" y="45212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sp>
        <p:nvSpPr>
          <p:cNvPr id="14430" name="TextBox 65"/>
          <p:cNvSpPr txBox="1">
            <a:spLocks noChangeArrowheads="1"/>
          </p:cNvSpPr>
          <p:nvPr/>
        </p:nvSpPr>
        <p:spPr bwMode="auto">
          <a:xfrm>
            <a:off x="7194550" y="58928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14431" name="직사각형 66"/>
          <p:cNvSpPr>
            <a:spLocks noChangeArrowheads="1"/>
          </p:cNvSpPr>
          <p:nvPr/>
        </p:nvSpPr>
        <p:spPr bwMode="auto">
          <a:xfrm>
            <a:off x="8202613" y="589121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32" name="TextBox 65"/>
          <p:cNvSpPr txBox="1">
            <a:spLocks noChangeArrowheads="1"/>
          </p:cNvSpPr>
          <p:nvPr/>
        </p:nvSpPr>
        <p:spPr bwMode="auto">
          <a:xfrm>
            <a:off x="539750" y="58785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14433" name="직사각형 66"/>
          <p:cNvSpPr>
            <a:spLocks noChangeArrowheads="1"/>
          </p:cNvSpPr>
          <p:nvPr/>
        </p:nvSpPr>
        <p:spPr bwMode="auto">
          <a:xfrm>
            <a:off x="1598613" y="5876925"/>
            <a:ext cx="4392612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34" name="직사각형 33"/>
          <p:cNvSpPr>
            <a:spLocks noChangeArrowheads="1"/>
          </p:cNvSpPr>
          <p:nvPr/>
        </p:nvSpPr>
        <p:spPr bwMode="auto">
          <a:xfrm>
            <a:off x="9059863" y="58943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4435" name="TextBox 65"/>
          <p:cNvSpPr txBox="1">
            <a:spLocks noChangeArrowheads="1"/>
          </p:cNvSpPr>
          <p:nvPr/>
        </p:nvSpPr>
        <p:spPr bwMode="auto">
          <a:xfrm>
            <a:off x="2505075" y="1289050"/>
            <a:ext cx="8636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고객사명</a:t>
            </a:r>
          </a:p>
        </p:txBody>
      </p:sp>
      <p:sp>
        <p:nvSpPr>
          <p:cNvPr id="14436" name="직사각형 66"/>
          <p:cNvSpPr>
            <a:spLocks noChangeArrowheads="1"/>
          </p:cNvSpPr>
          <p:nvPr/>
        </p:nvSpPr>
        <p:spPr bwMode="auto">
          <a:xfrm>
            <a:off x="3521075" y="12890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37" name="TextBox 65"/>
          <p:cNvSpPr txBox="1">
            <a:spLocks noChangeArrowheads="1"/>
          </p:cNvSpPr>
          <p:nvPr/>
        </p:nvSpPr>
        <p:spPr bwMode="auto">
          <a:xfrm>
            <a:off x="7129463" y="544512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담당자이메일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38" name="직사각형 66"/>
          <p:cNvSpPr>
            <a:spLocks noChangeArrowheads="1"/>
          </p:cNvSpPr>
          <p:nvPr/>
        </p:nvSpPr>
        <p:spPr bwMode="auto">
          <a:xfrm>
            <a:off x="8201025" y="54498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350838" y="2809875"/>
          <a:ext cx="1150937" cy="496888"/>
        </p:xfrm>
        <a:graphic>
          <a:graphicData uri="http://schemas.openxmlformats.org/drawingml/2006/table">
            <a:tbl>
              <a:tblPr/>
              <a:tblGrid>
                <a:gridCol w="503729">
                  <a:extLst>
                    <a:ext uri="{9D8B030D-6E8A-4147-A177-3AD203B41FA5}">
                      <a16:colId xmlns:a16="http://schemas.microsoft.com/office/drawing/2014/main" val="3105653338"/>
                    </a:ext>
                  </a:extLst>
                </a:gridCol>
                <a:gridCol w="647208">
                  <a:extLst>
                    <a:ext uri="{9D8B030D-6E8A-4147-A177-3AD203B41FA5}">
                      <a16:colId xmlns:a16="http://schemas.microsoft.com/office/drawing/2014/main" val="101830968"/>
                    </a:ext>
                  </a:extLst>
                </a:gridCol>
              </a:tblGrid>
              <a:tr h="282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39" marR="7639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39" marR="7639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73883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39" marR="7639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39" marR="7639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31013"/>
                  </a:ext>
                </a:extLst>
              </a:tr>
            </a:tbl>
          </a:graphicData>
        </a:graphic>
      </p:graphicFrame>
      <p:sp>
        <p:nvSpPr>
          <p:cNvPr id="56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</a:t>
            </a:r>
          </a:p>
        </p:txBody>
      </p:sp>
      <p:sp>
        <p:nvSpPr>
          <p:cNvPr id="16387" name="TextBox 65"/>
          <p:cNvSpPr txBox="1">
            <a:spLocks noChangeArrowheads="1"/>
          </p:cNvSpPr>
          <p:nvPr/>
        </p:nvSpPr>
        <p:spPr bwMode="auto">
          <a:xfrm>
            <a:off x="3232150" y="1295400"/>
            <a:ext cx="9286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공급처코드</a:t>
            </a:r>
          </a:p>
        </p:txBody>
      </p:sp>
      <p:sp>
        <p:nvSpPr>
          <p:cNvPr id="16388" name="직사각형 66"/>
          <p:cNvSpPr>
            <a:spLocks noChangeArrowheads="1"/>
          </p:cNvSpPr>
          <p:nvPr/>
        </p:nvSpPr>
        <p:spPr bwMode="auto">
          <a:xfrm>
            <a:off x="4240213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38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639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aphicFrame>
        <p:nvGraphicFramePr>
          <p:cNvPr id="42" name="Group 139"/>
          <p:cNvGraphicFramePr>
            <a:graphicFrameLocks noGrp="1"/>
          </p:cNvGraphicFramePr>
          <p:nvPr/>
        </p:nvGraphicFramePr>
        <p:xfrm>
          <a:off x="355600" y="2124075"/>
          <a:ext cx="9061449" cy="496888"/>
        </p:xfrm>
        <a:graphic>
          <a:graphicData uri="http://schemas.openxmlformats.org/drawingml/2006/table">
            <a:tbl>
              <a:tblPr/>
              <a:tblGrid>
                <a:gridCol w="26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85">
                  <a:extLst>
                    <a:ext uri="{9D8B030D-6E8A-4147-A177-3AD203B41FA5}">
                      <a16:colId xmlns:a16="http://schemas.microsoft.com/office/drawing/2014/main" val="33017801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149">
                  <a:extLst>
                    <a:ext uri="{9D8B030D-6E8A-4147-A177-3AD203B41FA5}">
                      <a16:colId xmlns:a16="http://schemas.microsoft.com/office/drawing/2014/main" val="2338243689"/>
                    </a:ext>
                  </a:extLst>
                </a:gridCol>
                <a:gridCol w="520010">
                  <a:extLst>
                    <a:ext uri="{9D8B030D-6E8A-4147-A177-3AD203B41FA5}">
                      <a16:colId xmlns:a16="http://schemas.microsoft.com/office/drawing/2014/main" val="1852958062"/>
                    </a:ext>
                  </a:extLst>
                </a:gridCol>
                <a:gridCol w="520010">
                  <a:extLst>
                    <a:ext uri="{9D8B030D-6E8A-4147-A177-3AD203B41FA5}">
                      <a16:colId xmlns:a16="http://schemas.microsoft.com/office/drawing/2014/main" val="968441503"/>
                    </a:ext>
                  </a:extLst>
                </a:gridCol>
                <a:gridCol w="520010">
                  <a:extLst>
                    <a:ext uri="{9D8B030D-6E8A-4147-A177-3AD203B41FA5}">
                      <a16:colId xmlns:a16="http://schemas.microsoft.com/office/drawing/2014/main" val="3108536847"/>
                    </a:ext>
                  </a:extLst>
                </a:gridCol>
                <a:gridCol w="520010">
                  <a:extLst>
                    <a:ext uri="{9D8B030D-6E8A-4147-A177-3AD203B41FA5}">
                      <a16:colId xmlns:a16="http://schemas.microsoft.com/office/drawing/2014/main" val="4238135925"/>
                    </a:ext>
                  </a:extLst>
                </a:gridCol>
                <a:gridCol w="577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9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864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3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2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공급처코드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기본주소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팩스번호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41" name="직사각형 54"/>
          <p:cNvSpPr>
            <a:spLocks noChangeArrowheads="1"/>
          </p:cNvSpPr>
          <p:nvPr/>
        </p:nvSpPr>
        <p:spPr bwMode="auto">
          <a:xfrm>
            <a:off x="301625" y="1955800"/>
            <a:ext cx="9215438" cy="13985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42" name="TextBox 55"/>
          <p:cNvSpPr txBox="1">
            <a:spLocks noChangeArrowheads="1"/>
          </p:cNvSpPr>
          <p:nvPr/>
        </p:nvSpPr>
        <p:spPr bwMode="auto">
          <a:xfrm>
            <a:off x="381000" y="185420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 목록</a:t>
            </a:r>
          </a:p>
        </p:txBody>
      </p:sp>
      <p:sp>
        <p:nvSpPr>
          <p:cNvPr id="16443" name="직사각형 51"/>
          <p:cNvSpPr>
            <a:spLocks noChangeArrowheads="1"/>
          </p:cNvSpPr>
          <p:nvPr/>
        </p:nvSpPr>
        <p:spPr bwMode="auto">
          <a:xfrm>
            <a:off x="8488363" y="17002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6444" name="직사각형 51"/>
          <p:cNvSpPr>
            <a:spLocks noChangeArrowheads="1"/>
          </p:cNvSpPr>
          <p:nvPr/>
        </p:nvSpPr>
        <p:spPr bwMode="auto">
          <a:xfrm>
            <a:off x="6856413" y="17002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6445" name="직사각형 51"/>
          <p:cNvSpPr>
            <a:spLocks noChangeArrowheads="1"/>
          </p:cNvSpPr>
          <p:nvPr/>
        </p:nvSpPr>
        <p:spPr bwMode="auto">
          <a:xfrm>
            <a:off x="7402513" y="17002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6446" name="직사각형 51"/>
          <p:cNvSpPr>
            <a:spLocks noChangeArrowheads="1"/>
          </p:cNvSpPr>
          <p:nvPr/>
        </p:nvSpPr>
        <p:spPr bwMode="auto">
          <a:xfrm>
            <a:off x="7948613" y="17002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6447" name="직사각형 51"/>
          <p:cNvSpPr>
            <a:spLocks noChangeArrowheads="1"/>
          </p:cNvSpPr>
          <p:nvPr/>
        </p:nvSpPr>
        <p:spPr bwMode="auto">
          <a:xfrm>
            <a:off x="9026525" y="17002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16436" name="그룹 52"/>
          <p:cNvGrpSpPr>
            <a:grpSpLocks/>
          </p:cNvGrpSpPr>
          <p:nvPr/>
        </p:nvGrpSpPr>
        <p:grpSpPr bwMode="auto">
          <a:xfrm>
            <a:off x="518648" y="3604220"/>
            <a:ext cx="2071688" cy="230187"/>
            <a:chOff x="3238492" y="1428736"/>
            <a:chExt cx="2071698" cy="230832"/>
          </a:xfrm>
          <a:noFill/>
        </p:grpSpPr>
        <p:sp>
          <p:nvSpPr>
            <p:cNvPr id="1649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공급처코드</a:t>
              </a:r>
            </a:p>
          </p:txBody>
        </p:sp>
        <p:sp>
          <p:nvSpPr>
            <p:cNvPr id="16496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49" name="직사각형 54"/>
          <p:cNvSpPr>
            <a:spLocks noChangeArrowheads="1"/>
          </p:cNvSpPr>
          <p:nvPr/>
        </p:nvSpPr>
        <p:spPr bwMode="auto">
          <a:xfrm>
            <a:off x="309563" y="3438525"/>
            <a:ext cx="9234487" cy="29432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7" name="Group 139"/>
          <p:cNvGraphicFramePr>
            <a:graphicFrameLocks noGrp="1"/>
          </p:cNvGraphicFramePr>
          <p:nvPr/>
        </p:nvGraphicFramePr>
        <p:xfrm>
          <a:off x="381000" y="2749550"/>
          <a:ext cx="4932362" cy="496888"/>
        </p:xfrm>
        <a:graphic>
          <a:graphicData uri="http://schemas.openxmlformats.org/drawingml/2006/table">
            <a:tbl>
              <a:tblPr/>
              <a:tblGrid>
                <a:gridCol w="899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794">
                  <a:extLst>
                    <a:ext uri="{9D8B030D-6E8A-4147-A177-3AD203B41FA5}">
                      <a16:colId xmlns:a16="http://schemas.microsoft.com/office/drawing/2014/main" val="3947588780"/>
                    </a:ext>
                  </a:extLst>
                </a:gridCol>
                <a:gridCol w="76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3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담당자전화번호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담당자이메일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거래시작일자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거래종료일자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거래구분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거래진행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74" name="TextBox 65"/>
          <p:cNvSpPr txBox="1">
            <a:spLocks noChangeArrowheads="1"/>
          </p:cNvSpPr>
          <p:nvPr/>
        </p:nvSpPr>
        <p:spPr bwMode="auto">
          <a:xfrm>
            <a:off x="3465513" y="57292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거래종료일자</a:t>
            </a:r>
          </a:p>
        </p:txBody>
      </p:sp>
      <p:sp>
        <p:nvSpPr>
          <p:cNvPr id="16475" name="직사각형 66"/>
          <p:cNvSpPr>
            <a:spLocks noChangeArrowheads="1"/>
          </p:cNvSpPr>
          <p:nvPr/>
        </p:nvSpPr>
        <p:spPr bwMode="auto">
          <a:xfrm>
            <a:off x="4537075" y="5734050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76" name="직사각형 48"/>
          <p:cNvSpPr>
            <a:spLocks noChangeArrowheads="1"/>
          </p:cNvSpPr>
          <p:nvPr/>
        </p:nvSpPr>
        <p:spPr bwMode="auto">
          <a:xfrm>
            <a:off x="5394325" y="57340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477" name="TextBox 65"/>
          <p:cNvSpPr txBox="1">
            <a:spLocks noChangeArrowheads="1"/>
          </p:cNvSpPr>
          <p:nvPr/>
        </p:nvSpPr>
        <p:spPr bwMode="auto">
          <a:xfrm>
            <a:off x="6013450" y="57435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거래구분</a:t>
            </a:r>
          </a:p>
        </p:txBody>
      </p:sp>
      <p:sp>
        <p:nvSpPr>
          <p:cNvPr id="16478" name="직사각형 66"/>
          <p:cNvSpPr>
            <a:spLocks noChangeArrowheads="1"/>
          </p:cNvSpPr>
          <p:nvPr/>
        </p:nvSpPr>
        <p:spPr bwMode="auto">
          <a:xfrm>
            <a:off x="7085013" y="57483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79" name="직사각형 33"/>
          <p:cNvSpPr>
            <a:spLocks noChangeArrowheads="1"/>
          </p:cNvSpPr>
          <p:nvPr/>
        </p:nvSpPr>
        <p:spPr bwMode="auto">
          <a:xfrm>
            <a:off x="7943850" y="57451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480" name="TextBox 65"/>
          <p:cNvSpPr txBox="1">
            <a:spLocks noChangeArrowheads="1"/>
          </p:cNvSpPr>
          <p:nvPr/>
        </p:nvSpPr>
        <p:spPr bwMode="auto">
          <a:xfrm>
            <a:off x="3470275" y="35814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</a:p>
        </p:txBody>
      </p:sp>
      <p:sp>
        <p:nvSpPr>
          <p:cNvPr id="16481" name="직사각형 66"/>
          <p:cNvSpPr>
            <a:spLocks noChangeArrowheads="1"/>
          </p:cNvSpPr>
          <p:nvPr/>
        </p:nvSpPr>
        <p:spPr bwMode="auto">
          <a:xfrm>
            <a:off x="4541838" y="358616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82" name="TextBox 65"/>
          <p:cNvSpPr txBox="1">
            <a:spLocks noChangeArrowheads="1"/>
          </p:cNvSpPr>
          <p:nvPr/>
        </p:nvSpPr>
        <p:spPr bwMode="auto">
          <a:xfrm>
            <a:off x="5321300" y="1306513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</a:p>
        </p:txBody>
      </p:sp>
      <p:sp>
        <p:nvSpPr>
          <p:cNvPr id="16483" name="직사각형 66"/>
          <p:cNvSpPr>
            <a:spLocks noChangeArrowheads="1"/>
          </p:cNvSpPr>
          <p:nvPr/>
        </p:nvSpPr>
        <p:spPr bwMode="auto">
          <a:xfrm>
            <a:off x="6329363" y="13065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84" name="TextBox 65"/>
          <p:cNvSpPr txBox="1">
            <a:spLocks noChangeArrowheads="1"/>
          </p:cNvSpPr>
          <p:nvPr/>
        </p:nvSpPr>
        <p:spPr bwMode="auto">
          <a:xfrm>
            <a:off x="528638" y="54403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</a:p>
        </p:txBody>
      </p:sp>
      <p:sp>
        <p:nvSpPr>
          <p:cNvPr id="16485" name="직사각형 66"/>
          <p:cNvSpPr>
            <a:spLocks noChangeArrowheads="1"/>
          </p:cNvSpPr>
          <p:nvPr/>
        </p:nvSpPr>
        <p:spPr bwMode="auto">
          <a:xfrm>
            <a:off x="1600200" y="544512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86" name="TextBox 65"/>
          <p:cNvSpPr txBox="1">
            <a:spLocks noChangeArrowheads="1"/>
          </p:cNvSpPr>
          <p:nvPr/>
        </p:nvSpPr>
        <p:spPr bwMode="auto">
          <a:xfrm>
            <a:off x="3465513" y="53832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담당자전화번호</a:t>
            </a:r>
          </a:p>
        </p:txBody>
      </p:sp>
      <p:sp>
        <p:nvSpPr>
          <p:cNvPr id="16487" name="직사각형 66"/>
          <p:cNvSpPr>
            <a:spLocks noChangeArrowheads="1"/>
          </p:cNvSpPr>
          <p:nvPr/>
        </p:nvSpPr>
        <p:spPr bwMode="auto">
          <a:xfrm>
            <a:off x="4537075" y="53879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88" name="TextBox 65"/>
          <p:cNvSpPr txBox="1">
            <a:spLocks noChangeArrowheads="1"/>
          </p:cNvSpPr>
          <p:nvPr/>
        </p:nvSpPr>
        <p:spPr bwMode="auto">
          <a:xfrm>
            <a:off x="534988" y="3871913"/>
            <a:ext cx="10080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</a:p>
        </p:txBody>
      </p:sp>
      <p:sp>
        <p:nvSpPr>
          <p:cNvPr id="16489" name="직사각형 66"/>
          <p:cNvSpPr>
            <a:spLocks noChangeArrowheads="1"/>
          </p:cNvSpPr>
          <p:nvPr/>
        </p:nvSpPr>
        <p:spPr bwMode="auto">
          <a:xfrm>
            <a:off x="1593850" y="38798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0" name="TextBox 65"/>
          <p:cNvSpPr txBox="1">
            <a:spLocks noChangeArrowheads="1"/>
          </p:cNvSpPr>
          <p:nvPr/>
        </p:nvSpPr>
        <p:spPr bwMode="auto">
          <a:xfrm>
            <a:off x="6013450" y="38719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대표자명</a:t>
            </a:r>
          </a:p>
        </p:txBody>
      </p:sp>
      <p:sp>
        <p:nvSpPr>
          <p:cNvPr id="16491" name="직사각형 66"/>
          <p:cNvSpPr>
            <a:spLocks noChangeArrowheads="1"/>
          </p:cNvSpPr>
          <p:nvPr/>
        </p:nvSpPr>
        <p:spPr bwMode="auto">
          <a:xfrm>
            <a:off x="7097713" y="38798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2" name="TextBox 65"/>
          <p:cNvSpPr txBox="1">
            <a:spLocks noChangeArrowheads="1"/>
          </p:cNvSpPr>
          <p:nvPr/>
        </p:nvSpPr>
        <p:spPr bwMode="auto">
          <a:xfrm>
            <a:off x="534988" y="47783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</a:t>
            </a:r>
          </a:p>
        </p:txBody>
      </p:sp>
      <p:sp>
        <p:nvSpPr>
          <p:cNvPr id="16493" name="직사각형 66"/>
          <p:cNvSpPr>
            <a:spLocks noChangeArrowheads="1"/>
          </p:cNvSpPr>
          <p:nvPr/>
        </p:nvSpPr>
        <p:spPr bwMode="auto">
          <a:xfrm>
            <a:off x="1593850" y="47767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4" name="TextBox 65"/>
          <p:cNvSpPr txBox="1">
            <a:spLocks noChangeArrowheads="1"/>
          </p:cNvSpPr>
          <p:nvPr/>
        </p:nvSpPr>
        <p:spPr bwMode="auto">
          <a:xfrm>
            <a:off x="534988" y="41608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</a:t>
            </a:r>
          </a:p>
        </p:txBody>
      </p:sp>
      <p:sp>
        <p:nvSpPr>
          <p:cNvPr id="2" name="직사각형 66"/>
          <p:cNvSpPr>
            <a:spLocks noChangeArrowheads="1"/>
          </p:cNvSpPr>
          <p:nvPr/>
        </p:nvSpPr>
        <p:spPr bwMode="auto">
          <a:xfrm>
            <a:off x="1593850" y="41687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66"/>
          <p:cNvSpPr>
            <a:spLocks noChangeArrowheads="1"/>
          </p:cNvSpPr>
          <p:nvPr/>
        </p:nvSpPr>
        <p:spPr bwMode="auto">
          <a:xfrm>
            <a:off x="4549775" y="4464050"/>
            <a:ext cx="4211638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7" name="TextBox 65"/>
          <p:cNvSpPr txBox="1">
            <a:spLocks noChangeArrowheads="1"/>
          </p:cNvSpPr>
          <p:nvPr/>
        </p:nvSpPr>
        <p:spPr bwMode="auto">
          <a:xfrm>
            <a:off x="534988" y="50800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</a:p>
        </p:txBody>
      </p:sp>
      <p:sp>
        <p:nvSpPr>
          <p:cNvPr id="16498" name="직사각형 66"/>
          <p:cNvSpPr>
            <a:spLocks noChangeArrowheads="1"/>
          </p:cNvSpPr>
          <p:nvPr/>
        </p:nvSpPr>
        <p:spPr bwMode="auto">
          <a:xfrm>
            <a:off x="1593850" y="50784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9" name="TextBox 65"/>
          <p:cNvSpPr txBox="1">
            <a:spLocks noChangeArrowheads="1"/>
          </p:cNvSpPr>
          <p:nvPr/>
        </p:nvSpPr>
        <p:spPr bwMode="auto">
          <a:xfrm>
            <a:off x="3484563" y="50498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팩스번호</a:t>
            </a:r>
          </a:p>
        </p:txBody>
      </p:sp>
      <p:sp>
        <p:nvSpPr>
          <p:cNvPr id="16500" name="직사각형 66"/>
          <p:cNvSpPr>
            <a:spLocks noChangeArrowheads="1"/>
          </p:cNvSpPr>
          <p:nvPr/>
        </p:nvSpPr>
        <p:spPr bwMode="auto">
          <a:xfrm>
            <a:off x="4549775" y="50482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1" name="TextBox 65"/>
          <p:cNvSpPr txBox="1">
            <a:spLocks noChangeArrowheads="1"/>
          </p:cNvSpPr>
          <p:nvPr/>
        </p:nvSpPr>
        <p:spPr bwMode="auto">
          <a:xfrm>
            <a:off x="3484563" y="47609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업종</a:t>
            </a:r>
          </a:p>
        </p:txBody>
      </p:sp>
      <p:sp>
        <p:nvSpPr>
          <p:cNvPr id="16502" name="직사각형 66"/>
          <p:cNvSpPr>
            <a:spLocks noChangeArrowheads="1"/>
          </p:cNvSpPr>
          <p:nvPr/>
        </p:nvSpPr>
        <p:spPr bwMode="auto">
          <a:xfrm>
            <a:off x="4549775" y="47593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3" name="직사각형 66"/>
          <p:cNvSpPr>
            <a:spLocks noChangeArrowheads="1"/>
          </p:cNvSpPr>
          <p:nvPr/>
        </p:nvSpPr>
        <p:spPr bwMode="auto">
          <a:xfrm>
            <a:off x="4556125" y="4168775"/>
            <a:ext cx="4211638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4" name="TextBox 65"/>
          <p:cNvSpPr txBox="1">
            <a:spLocks noChangeArrowheads="1"/>
          </p:cNvSpPr>
          <p:nvPr/>
        </p:nvSpPr>
        <p:spPr bwMode="auto">
          <a:xfrm>
            <a:off x="3484563" y="38719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</a:p>
        </p:txBody>
      </p:sp>
      <p:sp>
        <p:nvSpPr>
          <p:cNvPr id="16505" name="직사각형 66"/>
          <p:cNvSpPr>
            <a:spLocks noChangeArrowheads="1"/>
          </p:cNvSpPr>
          <p:nvPr/>
        </p:nvSpPr>
        <p:spPr bwMode="auto">
          <a:xfrm>
            <a:off x="4549775" y="38798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6" name="TextBox 65"/>
          <p:cNvSpPr txBox="1">
            <a:spLocks noChangeArrowheads="1"/>
          </p:cNvSpPr>
          <p:nvPr/>
        </p:nvSpPr>
        <p:spPr bwMode="auto">
          <a:xfrm>
            <a:off x="3484563" y="41608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</a:p>
        </p:txBody>
      </p:sp>
      <p:sp>
        <p:nvSpPr>
          <p:cNvPr id="16507" name="TextBox 106"/>
          <p:cNvSpPr txBox="1">
            <a:spLocks noChangeArrowheads="1"/>
          </p:cNvSpPr>
          <p:nvPr/>
        </p:nvSpPr>
        <p:spPr bwMode="auto">
          <a:xfrm>
            <a:off x="3484563" y="44577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sp>
        <p:nvSpPr>
          <p:cNvPr id="16508" name="TextBox 65"/>
          <p:cNvSpPr txBox="1">
            <a:spLocks noChangeArrowheads="1"/>
          </p:cNvSpPr>
          <p:nvPr/>
        </p:nvSpPr>
        <p:spPr bwMode="auto">
          <a:xfrm>
            <a:off x="6029325" y="53832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담당자이메일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9" name="직사각형 66"/>
          <p:cNvSpPr>
            <a:spLocks noChangeArrowheads="1"/>
          </p:cNvSpPr>
          <p:nvPr/>
        </p:nvSpPr>
        <p:spPr bwMode="auto">
          <a:xfrm>
            <a:off x="7100888" y="53879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10" name="TextBox 65"/>
          <p:cNvSpPr txBox="1">
            <a:spLocks noChangeArrowheads="1"/>
          </p:cNvSpPr>
          <p:nvPr/>
        </p:nvSpPr>
        <p:spPr bwMode="auto">
          <a:xfrm>
            <a:off x="525463" y="57435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거래시작일자</a:t>
            </a:r>
          </a:p>
        </p:txBody>
      </p:sp>
      <p:sp>
        <p:nvSpPr>
          <p:cNvPr id="16511" name="직사각형 66"/>
          <p:cNvSpPr>
            <a:spLocks noChangeArrowheads="1"/>
          </p:cNvSpPr>
          <p:nvPr/>
        </p:nvSpPr>
        <p:spPr bwMode="auto">
          <a:xfrm>
            <a:off x="1597025" y="5748338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12" name="직사각형 48"/>
          <p:cNvSpPr>
            <a:spLocks noChangeArrowheads="1"/>
          </p:cNvSpPr>
          <p:nvPr/>
        </p:nvSpPr>
        <p:spPr bwMode="auto">
          <a:xfrm>
            <a:off x="2454275" y="57483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513" name="TextBox 65"/>
          <p:cNvSpPr txBox="1">
            <a:spLocks noChangeArrowheads="1"/>
          </p:cNvSpPr>
          <p:nvPr/>
        </p:nvSpPr>
        <p:spPr bwMode="auto">
          <a:xfrm>
            <a:off x="6092825" y="60372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16514" name="직사각형 66"/>
          <p:cNvSpPr>
            <a:spLocks noChangeArrowheads="1"/>
          </p:cNvSpPr>
          <p:nvPr/>
        </p:nvSpPr>
        <p:spPr bwMode="auto">
          <a:xfrm>
            <a:off x="7102475" y="603567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15" name="TextBox 65"/>
          <p:cNvSpPr txBox="1">
            <a:spLocks noChangeArrowheads="1"/>
          </p:cNvSpPr>
          <p:nvPr/>
        </p:nvSpPr>
        <p:spPr bwMode="auto">
          <a:xfrm>
            <a:off x="539750" y="60229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16516" name="직사각형 66"/>
          <p:cNvSpPr>
            <a:spLocks noChangeArrowheads="1"/>
          </p:cNvSpPr>
          <p:nvPr/>
        </p:nvSpPr>
        <p:spPr bwMode="auto">
          <a:xfrm>
            <a:off x="1598613" y="6021388"/>
            <a:ext cx="3924300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17" name="직사각형 33"/>
          <p:cNvSpPr>
            <a:spLocks noChangeArrowheads="1"/>
          </p:cNvSpPr>
          <p:nvPr/>
        </p:nvSpPr>
        <p:spPr bwMode="auto">
          <a:xfrm>
            <a:off x="7959725" y="60388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518" name="TextBox 65"/>
          <p:cNvSpPr txBox="1">
            <a:spLocks noChangeArrowheads="1"/>
          </p:cNvSpPr>
          <p:nvPr/>
        </p:nvSpPr>
        <p:spPr bwMode="auto">
          <a:xfrm>
            <a:off x="344488" y="1295400"/>
            <a:ext cx="7207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16519" name="직사각형 66"/>
          <p:cNvSpPr>
            <a:spLocks noChangeArrowheads="1"/>
          </p:cNvSpPr>
          <p:nvPr/>
        </p:nvSpPr>
        <p:spPr bwMode="auto">
          <a:xfrm>
            <a:off x="1065213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20" name="직사각형 66"/>
          <p:cNvSpPr>
            <a:spLocks noChangeArrowheads="1"/>
          </p:cNvSpPr>
          <p:nvPr/>
        </p:nvSpPr>
        <p:spPr bwMode="auto">
          <a:xfrm>
            <a:off x="2289175" y="12890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21" name="직사각형 48"/>
          <p:cNvSpPr>
            <a:spLocks noChangeArrowheads="1"/>
          </p:cNvSpPr>
          <p:nvPr/>
        </p:nvSpPr>
        <p:spPr bwMode="auto">
          <a:xfrm>
            <a:off x="2105025" y="12890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22" name="TextBox 65"/>
          <p:cNvSpPr txBox="1">
            <a:spLocks noChangeArrowheads="1"/>
          </p:cNvSpPr>
          <p:nvPr/>
        </p:nvSpPr>
        <p:spPr bwMode="auto">
          <a:xfrm>
            <a:off x="5961063" y="3603625"/>
            <a:ext cx="7207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16523" name="직사각형 66"/>
          <p:cNvSpPr>
            <a:spLocks noChangeArrowheads="1"/>
          </p:cNvSpPr>
          <p:nvPr/>
        </p:nvSpPr>
        <p:spPr bwMode="auto">
          <a:xfrm>
            <a:off x="7081838" y="3603625"/>
            <a:ext cx="1008062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직사각형 66"/>
          <p:cNvSpPr>
            <a:spLocks noChangeArrowheads="1"/>
          </p:cNvSpPr>
          <p:nvPr/>
        </p:nvSpPr>
        <p:spPr bwMode="auto">
          <a:xfrm>
            <a:off x="8345488" y="3597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25" name="직사각형 48"/>
          <p:cNvSpPr>
            <a:spLocks noChangeArrowheads="1"/>
          </p:cNvSpPr>
          <p:nvPr/>
        </p:nvSpPr>
        <p:spPr bwMode="auto">
          <a:xfrm>
            <a:off x="8150225" y="3595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26" name="TextBox 66"/>
          <p:cNvSpPr txBox="1">
            <a:spLocks noChangeArrowheads="1"/>
          </p:cNvSpPr>
          <p:nvPr/>
        </p:nvSpPr>
        <p:spPr bwMode="auto">
          <a:xfrm>
            <a:off x="6042025" y="6538913"/>
            <a:ext cx="2197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거래중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거래종료</a:t>
            </a:r>
          </a:p>
        </p:txBody>
      </p:sp>
      <p:sp>
        <p:nvSpPr>
          <p:cNvPr id="73" name="TextBox 65"/>
          <p:cNvSpPr txBox="1">
            <a:spLocks noChangeArrowheads="1"/>
          </p:cNvSpPr>
          <p:nvPr/>
        </p:nvSpPr>
        <p:spPr bwMode="auto">
          <a:xfrm>
            <a:off x="7346826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74" name="직사각형 66"/>
          <p:cNvSpPr>
            <a:spLocks noChangeArrowheads="1"/>
          </p:cNvSpPr>
          <p:nvPr/>
        </p:nvSpPr>
        <p:spPr bwMode="auto">
          <a:xfrm>
            <a:off x="8343776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33"/>
          <p:cNvSpPr>
            <a:spLocks noChangeArrowheads="1"/>
          </p:cNvSpPr>
          <p:nvPr/>
        </p:nvSpPr>
        <p:spPr bwMode="auto">
          <a:xfrm>
            <a:off x="92026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3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843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aphicFrame>
        <p:nvGraphicFramePr>
          <p:cNvPr id="43" name="Group 139"/>
          <p:cNvGraphicFramePr>
            <a:graphicFrameLocks noGrp="1"/>
          </p:cNvGraphicFramePr>
          <p:nvPr/>
        </p:nvGraphicFramePr>
        <p:xfrm>
          <a:off x="355600" y="2259013"/>
          <a:ext cx="9061451" cy="496887"/>
        </p:xfrm>
        <a:graphic>
          <a:graphicData uri="http://schemas.openxmlformats.org/drawingml/2006/table">
            <a:tbl>
              <a:tblPr/>
              <a:tblGrid>
                <a:gridCol w="24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5585">
                  <a:extLst>
                    <a:ext uri="{9D8B030D-6E8A-4147-A177-3AD203B41FA5}">
                      <a16:colId xmlns:a16="http://schemas.microsoft.com/office/drawing/2014/main" val="2511235774"/>
                    </a:ext>
                  </a:extLst>
                </a:gridCol>
                <a:gridCol w="584020">
                  <a:extLst>
                    <a:ext uri="{9D8B030D-6E8A-4147-A177-3AD203B41FA5}">
                      <a16:colId xmlns:a16="http://schemas.microsoft.com/office/drawing/2014/main" val="3207436494"/>
                    </a:ext>
                  </a:extLst>
                </a:gridCol>
                <a:gridCol w="584020">
                  <a:extLst>
                    <a:ext uri="{9D8B030D-6E8A-4147-A177-3AD203B41FA5}">
                      <a16:colId xmlns:a16="http://schemas.microsoft.com/office/drawing/2014/main" val="448637908"/>
                    </a:ext>
                  </a:extLst>
                </a:gridCol>
                <a:gridCol w="584020">
                  <a:extLst>
                    <a:ext uri="{9D8B030D-6E8A-4147-A177-3AD203B41FA5}">
                      <a16:colId xmlns:a16="http://schemas.microsoft.com/office/drawing/2014/main" val="1407036980"/>
                    </a:ext>
                  </a:extLst>
                </a:gridCol>
                <a:gridCol w="584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0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0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08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2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23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기본주소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팩스번호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87" name="직사각형 54"/>
          <p:cNvSpPr>
            <a:spLocks noChangeArrowheads="1"/>
          </p:cNvSpPr>
          <p:nvPr/>
        </p:nvSpPr>
        <p:spPr bwMode="auto">
          <a:xfrm>
            <a:off x="301625" y="2090738"/>
            <a:ext cx="9215438" cy="12366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88" name="TextBox 55"/>
          <p:cNvSpPr txBox="1">
            <a:spLocks noChangeArrowheads="1"/>
          </p:cNvSpPr>
          <p:nvPr/>
        </p:nvSpPr>
        <p:spPr bwMode="auto">
          <a:xfrm>
            <a:off x="381000" y="19891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목록</a:t>
            </a:r>
          </a:p>
        </p:txBody>
      </p:sp>
      <p:sp>
        <p:nvSpPr>
          <p:cNvPr id="18489" name="직사각형 51"/>
          <p:cNvSpPr>
            <a:spLocks noChangeArrowheads="1"/>
          </p:cNvSpPr>
          <p:nvPr/>
        </p:nvSpPr>
        <p:spPr bwMode="auto">
          <a:xfrm>
            <a:off x="848836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8490" name="직사각형 51"/>
          <p:cNvSpPr>
            <a:spLocks noChangeArrowheads="1"/>
          </p:cNvSpPr>
          <p:nvPr/>
        </p:nvSpPr>
        <p:spPr bwMode="auto">
          <a:xfrm>
            <a:off x="68564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8491" name="직사각형 51"/>
          <p:cNvSpPr>
            <a:spLocks noChangeArrowheads="1"/>
          </p:cNvSpPr>
          <p:nvPr/>
        </p:nvSpPr>
        <p:spPr bwMode="auto">
          <a:xfrm>
            <a:off x="74025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8492" name="직사각형 51"/>
          <p:cNvSpPr>
            <a:spLocks noChangeArrowheads="1"/>
          </p:cNvSpPr>
          <p:nvPr/>
        </p:nvSpPr>
        <p:spPr bwMode="auto">
          <a:xfrm>
            <a:off x="79486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8493" name="직사각형 51"/>
          <p:cNvSpPr>
            <a:spLocks noChangeArrowheads="1"/>
          </p:cNvSpPr>
          <p:nvPr/>
        </p:nvSpPr>
        <p:spPr bwMode="auto">
          <a:xfrm>
            <a:off x="9026525" y="18351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18484" name="그룹 52"/>
          <p:cNvGrpSpPr>
            <a:grpSpLocks/>
          </p:cNvGrpSpPr>
          <p:nvPr/>
        </p:nvGrpSpPr>
        <p:grpSpPr bwMode="auto">
          <a:xfrm>
            <a:off x="488950" y="3439691"/>
            <a:ext cx="2071688" cy="230187"/>
            <a:chOff x="3238492" y="1428736"/>
            <a:chExt cx="2071698" cy="230832"/>
          </a:xfrm>
          <a:noFill/>
        </p:grpSpPr>
        <p:sp>
          <p:nvSpPr>
            <p:cNvPr id="185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배송처코드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539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495" name="직사각형 54"/>
          <p:cNvSpPr>
            <a:spLocks noChangeArrowheads="1"/>
          </p:cNvSpPr>
          <p:nvPr/>
        </p:nvSpPr>
        <p:spPr bwMode="auto">
          <a:xfrm>
            <a:off x="309563" y="3373438"/>
            <a:ext cx="9234487" cy="3008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486" name="그룹 54"/>
          <p:cNvGrpSpPr>
            <a:grpSpLocks/>
          </p:cNvGrpSpPr>
          <p:nvPr/>
        </p:nvGrpSpPr>
        <p:grpSpPr bwMode="auto">
          <a:xfrm>
            <a:off x="3479800" y="3447628"/>
            <a:ext cx="2071688" cy="230188"/>
            <a:chOff x="5703308" y="1166221"/>
            <a:chExt cx="2071698" cy="230832"/>
          </a:xfrm>
          <a:noFill/>
        </p:grpSpPr>
        <p:sp>
          <p:nvSpPr>
            <p:cNvPr id="18536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537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497" name="그룹 57"/>
          <p:cNvGrpSpPr>
            <a:grpSpLocks/>
          </p:cNvGrpSpPr>
          <p:nvPr/>
        </p:nvGrpSpPr>
        <p:grpSpPr bwMode="auto">
          <a:xfrm>
            <a:off x="5992813" y="3429000"/>
            <a:ext cx="2071687" cy="230188"/>
            <a:chOff x="3238492" y="1428736"/>
            <a:chExt cx="2071698" cy="230832"/>
          </a:xfrm>
        </p:grpSpPr>
        <p:sp>
          <p:nvSpPr>
            <p:cNvPr id="1858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1858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498" name="직사각형 48"/>
          <p:cNvSpPr>
            <a:spLocks noChangeArrowheads="1"/>
          </p:cNvSpPr>
          <p:nvPr/>
        </p:nvSpPr>
        <p:spPr bwMode="auto">
          <a:xfrm>
            <a:off x="8101013" y="34337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31" name="직사각형 66"/>
          <p:cNvSpPr>
            <a:spLocks noChangeArrowheads="1"/>
          </p:cNvSpPr>
          <p:nvPr/>
        </p:nvSpPr>
        <p:spPr bwMode="auto">
          <a:xfrm>
            <a:off x="8305800" y="34290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0" name="TextBox 65"/>
          <p:cNvSpPr txBox="1">
            <a:spLocks noChangeArrowheads="1"/>
          </p:cNvSpPr>
          <p:nvPr/>
        </p:nvSpPr>
        <p:spPr bwMode="auto">
          <a:xfrm>
            <a:off x="3232150" y="1295400"/>
            <a:ext cx="9286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배송처코드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1" name="직사각형 66"/>
          <p:cNvSpPr>
            <a:spLocks noChangeArrowheads="1"/>
          </p:cNvSpPr>
          <p:nvPr/>
        </p:nvSpPr>
        <p:spPr bwMode="auto">
          <a:xfrm>
            <a:off x="4240213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2" name="TextBox 65"/>
          <p:cNvSpPr txBox="1">
            <a:spLocks noChangeArrowheads="1"/>
          </p:cNvSpPr>
          <p:nvPr/>
        </p:nvSpPr>
        <p:spPr bwMode="auto">
          <a:xfrm>
            <a:off x="5321300" y="1306513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배송처명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3" name="직사각형 66"/>
          <p:cNvSpPr>
            <a:spLocks noChangeArrowheads="1"/>
          </p:cNvSpPr>
          <p:nvPr/>
        </p:nvSpPr>
        <p:spPr bwMode="auto">
          <a:xfrm>
            <a:off x="6329363" y="13065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4" name="TextBox 65"/>
          <p:cNvSpPr txBox="1">
            <a:spLocks noChangeArrowheads="1"/>
          </p:cNvSpPr>
          <p:nvPr/>
        </p:nvSpPr>
        <p:spPr bwMode="auto">
          <a:xfrm>
            <a:off x="344488" y="1295400"/>
            <a:ext cx="7207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18505" name="직사각형 66"/>
          <p:cNvSpPr>
            <a:spLocks noChangeArrowheads="1"/>
          </p:cNvSpPr>
          <p:nvPr/>
        </p:nvSpPr>
        <p:spPr bwMode="auto">
          <a:xfrm>
            <a:off x="1065213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6" name="직사각형 66"/>
          <p:cNvSpPr>
            <a:spLocks noChangeArrowheads="1"/>
          </p:cNvSpPr>
          <p:nvPr/>
        </p:nvSpPr>
        <p:spPr bwMode="auto">
          <a:xfrm>
            <a:off x="2289175" y="12890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7" name="직사각형 48"/>
          <p:cNvSpPr>
            <a:spLocks noChangeArrowheads="1"/>
          </p:cNvSpPr>
          <p:nvPr/>
        </p:nvSpPr>
        <p:spPr bwMode="auto">
          <a:xfrm>
            <a:off x="2105025" y="12890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08" name="TextBox 65"/>
          <p:cNvSpPr txBox="1">
            <a:spLocks noChangeArrowheads="1"/>
          </p:cNvSpPr>
          <p:nvPr/>
        </p:nvSpPr>
        <p:spPr bwMode="auto">
          <a:xfrm>
            <a:off x="3429000" y="58420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거래종료일자</a:t>
            </a:r>
          </a:p>
        </p:txBody>
      </p:sp>
      <p:sp>
        <p:nvSpPr>
          <p:cNvPr id="18509" name="직사각형 66"/>
          <p:cNvSpPr>
            <a:spLocks noChangeArrowheads="1"/>
          </p:cNvSpPr>
          <p:nvPr/>
        </p:nvSpPr>
        <p:spPr bwMode="auto">
          <a:xfrm>
            <a:off x="4500563" y="584676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0" name="직사각형 48"/>
          <p:cNvSpPr>
            <a:spLocks noChangeArrowheads="1"/>
          </p:cNvSpPr>
          <p:nvPr/>
        </p:nvSpPr>
        <p:spPr bwMode="auto">
          <a:xfrm>
            <a:off x="5357813" y="58467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511" name="TextBox 65"/>
          <p:cNvSpPr txBox="1">
            <a:spLocks noChangeArrowheads="1"/>
          </p:cNvSpPr>
          <p:nvPr/>
        </p:nvSpPr>
        <p:spPr bwMode="auto">
          <a:xfrm>
            <a:off x="6424538" y="58562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거래구분</a:t>
            </a:r>
          </a:p>
        </p:txBody>
      </p:sp>
      <p:sp>
        <p:nvSpPr>
          <p:cNvPr id="18512" name="직사각형 66"/>
          <p:cNvSpPr>
            <a:spLocks noChangeArrowheads="1"/>
          </p:cNvSpPr>
          <p:nvPr/>
        </p:nvSpPr>
        <p:spPr bwMode="auto">
          <a:xfrm>
            <a:off x="7496100" y="58610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3" name="직사각형 33"/>
          <p:cNvSpPr>
            <a:spLocks noChangeArrowheads="1"/>
          </p:cNvSpPr>
          <p:nvPr/>
        </p:nvSpPr>
        <p:spPr bwMode="auto">
          <a:xfrm>
            <a:off x="8354938" y="58594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514" name="TextBox 65"/>
          <p:cNvSpPr txBox="1">
            <a:spLocks noChangeArrowheads="1"/>
          </p:cNvSpPr>
          <p:nvPr/>
        </p:nvSpPr>
        <p:spPr bwMode="auto">
          <a:xfrm>
            <a:off x="492125" y="52752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</a:p>
        </p:txBody>
      </p:sp>
      <p:sp>
        <p:nvSpPr>
          <p:cNvPr id="18515" name="직사각형 66"/>
          <p:cNvSpPr>
            <a:spLocks noChangeArrowheads="1"/>
          </p:cNvSpPr>
          <p:nvPr/>
        </p:nvSpPr>
        <p:spPr bwMode="auto">
          <a:xfrm>
            <a:off x="1563688" y="528002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6" name="TextBox 65"/>
          <p:cNvSpPr txBox="1">
            <a:spLocks noChangeArrowheads="1"/>
          </p:cNvSpPr>
          <p:nvPr/>
        </p:nvSpPr>
        <p:spPr bwMode="auto">
          <a:xfrm>
            <a:off x="3429000" y="52165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담당자전화번호</a:t>
            </a:r>
          </a:p>
        </p:txBody>
      </p:sp>
      <p:sp>
        <p:nvSpPr>
          <p:cNvPr id="18517" name="직사각형 66"/>
          <p:cNvSpPr>
            <a:spLocks noChangeArrowheads="1"/>
          </p:cNvSpPr>
          <p:nvPr/>
        </p:nvSpPr>
        <p:spPr bwMode="auto">
          <a:xfrm>
            <a:off x="4500563" y="52212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8" name="TextBox 65"/>
          <p:cNvSpPr txBox="1">
            <a:spLocks noChangeArrowheads="1"/>
          </p:cNvSpPr>
          <p:nvPr/>
        </p:nvSpPr>
        <p:spPr bwMode="auto">
          <a:xfrm>
            <a:off x="498475" y="3706813"/>
            <a:ext cx="10080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</a:p>
        </p:txBody>
      </p:sp>
      <p:sp>
        <p:nvSpPr>
          <p:cNvPr id="18519" name="직사각형 66"/>
          <p:cNvSpPr>
            <a:spLocks noChangeArrowheads="1"/>
          </p:cNvSpPr>
          <p:nvPr/>
        </p:nvSpPr>
        <p:spPr bwMode="auto">
          <a:xfrm>
            <a:off x="1557338" y="3714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0" name="TextBox 65"/>
          <p:cNvSpPr txBox="1">
            <a:spLocks noChangeArrowheads="1"/>
          </p:cNvSpPr>
          <p:nvPr/>
        </p:nvSpPr>
        <p:spPr bwMode="auto">
          <a:xfrm>
            <a:off x="5976938" y="37068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대표자명</a:t>
            </a:r>
          </a:p>
        </p:txBody>
      </p:sp>
      <p:sp>
        <p:nvSpPr>
          <p:cNvPr id="18521" name="직사각형 66"/>
          <p:cNvSpPr>
            <a:spLocks noChangeArrowheads="1"/>
          </p:cNvSpPr>
          <p:nvPr/>
        </p:nvSpPr>
        <p:spPr bwMode="auto">
          <a:xfrm>
            <a:off x="7061200" y="3714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2" name="TextBox 65"/>
          <p:cNvSpPr txBox="1">
            <a:spLocks noChangeArrowheads="1"/>
          </p:cNvSpPr>
          <p:nvPr/>
        </p:nvSpPr>
        <p:spPr bwMode="auto">
          <a:xfrm>
            <a:off x="498475" y="46132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</a:t>
            </a:r>
          </a:p>
        </p:txBody>
      </p:sp>
      <p:sp>
        <p:nvSpPr>
          <p:cNvPr id="18523" name="직사각형 66"/>
          <p:cNvSpPr>
            <a:spLocks noChangeArrowheads="1"/>
          </p:cNvSpPr>
          <p:nvPr/>
        </p:nvSpPr>
        <p:spPr bwMode="auto">
          <a:xfrm>
            <a:off x="1557338" y="46116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4" name="TextBox 65"/>
          <p:cNvSpPr txBox="1">
            <a:spLocks noChangeArrowheads="1"/>
          </p:cNvSpPr>
          <p:nvPr/>
        </p:nvSpPr>
        <p:spPr bwMode="auto">
          <a:xfrm>
            <a:off x="498475" y="39957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</a:t>
            </a:r>
          </a:p>
        </p:txBody>
      </p:sp>
      <p:sp>
        <p:nvSpPr>
          <p:cNvPr id="18525" name="직사각형 66"/>
          <p:cNvSpPr>
            <a:spLocks noChangeArrowheads="1"/>
          </p:cNvSpPr>
          <p:nvPr/>
        </p:nvSpPr>
        <p:spPr bwMode="auto">
          <a:xfrm>
            <a:off x="1557338" y="40036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6" name="직사각형 66"/>
          <p:cNvSpPr>
            <a:spLocks noChangeArrowheads="1"/>
          </p:cNvSpPr>
          <p:nvPr/>
        </p:nvSpPr>
        <p:spPr bwMode="auto">
          <a:xfrm>
            <a:off x="4513263" y="4298950"/>
            <a:ext cx="4211637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7" name="TextBox 65"/>
          <p:cNvSpPr txBox="1">
            <a:spLocks noChangeArrowheads="1"/>
          </p:cNvSpPr>
          <p:nvPr/>
        </p:nvSpPr>
        <p:spPr bwMode="auto">
          <a:xfrm>
            <a:off x="498475" y="49149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</a:p>
        </p:txBody>
      </p:sp>
      <p:sp>
        <p:nvSpPr>
          <p:cNvPr id="18528" name="직사각형 66"/>
          <p:cNvSpPr>
            <a:spLocks noChangeArrowheads="1"/>
          </p:cNvSpPr>
          <p:nvPr/>
        </p:nvSpPr>
        <p:spPr bwMode="auto">
          <a:xfrm>
            <a:off x="1557338" y="49133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9" name="TextBox 65"/>
          <p:cNvSpPr txBox="1">
            <a:spLocks noChangeArrowheads="1"/>
          </p:cNvSpPr>
          <p:nvPr/>
        </p:nvSpPr>
        <p:spPr bwMode="auto">
          <a:xfrm>
            <a:off x="3448050" y="48847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팩스번호</a:t>
            </a:r>
          </a:p>
        </p:txBody>
      </p:sp>
      <p:sp>
        <p:nvSpPr>
          <p:cNvPr id="18530" name="직사각형 66"/>
          <p:cNvSpPr>
            <a:spLocks noChangeArrowheads="1"/>
          </p:cNvSpPr>
          <p:nvPr/>
        </p:nvSpPr>
        <p:spPr bwMode="auto">
          <a:xfrm>
            <a:off x="4513263" y="48831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65"/>
          <p:cNvSpPr txBox="1">
            <a:spLocks noChangeArrowheads="1"/>
          </p:cNvSpPr>
          <p:nvPr/>
        </p:nvSpPr>
        <p:spPr bwMode="auto">
          <a:xfrm>
            <a:off x="3448050" y="45958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업종</a:t>
            </a:r>
          </a:p>
        </p:txBody>
      </p:sp>
      <p:sp>
        <p:nvSpPr>
          <p:cNvPr id="18532" name="직사각형 66"/>
          <p:cNvSpPr>
            <a:spLocks noChangeArrowheads="1"/>
          </p:cNvSpPr>
          <p:nvPr/>
        </p:nvSpPr>
        <p:spPr bwMode="auto">
          <a:xfrm>
            <a:off x="4513263" y="45942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33" name="직사각형 66"/>
          <p:cNvSpPr>
            <a:spLocks noChangeArrowheads="1"/>
          </p:cNvSpPr>
          <p:nvPr/>
        </p:nvSpPr>
        <p:spPr bwMode="auto">
          <a:xfrm>
            <a:off x="4519613" y="4003675"/>
            <a:ext cx="4211637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34" name="TextBox 65"/>
          <p:cNvSpPr txBox="1">
            <a:spLocks noChangeArrowheads="1"/>
          </p:cNvSpPr>
          <p:nvPr/>
        </p:nvSpPr>
        <p:spPr bwMode="auto">
          <a:xfrm>
            <a:off x="3448050" y="370681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</a:p>
        </p:txBody>
      </p:sp>
      <p:sp>
        <p:nvSpPr>
          <p:cNvPr id="18535" name="직사각형 66"/>
          <p:cNvSpPr>
            <a:spLocks noChangeArrowheads="1"/>
          </p:cNvSpPr>
          <p:nvPr/>
        </p:nvSpPr>
        <p:spPr bwMode="auto">
          <a:xfrm>
            <a:off x="4513263" y="3714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65"/>
          <p:cNvSpPr txBox="1">
            <a:spLocks noChangeArrowheads="1"/>
          </p:cNvSpPr>
          <p:nvPr/>
        </p:nvSpPr>
        <p:spPr bwMode="auto">
          <a:xfrm>
            <a:off x="3448050" y="39957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</a:p>
        </p:txBody>
      </p:sp>
      <p:sp>
        <p:nvSpPr>
          <p:cNvPr id="4" name="TextBox 95"/>
          <p:cNvSpPr txBox="1">
            <a:spLocks noChangeArrowheads="1"/>
          </p:cNvSpPr>
          <p:nvPr/>
        </p:nvSpPr>
        <p:spPr bwMode="auto">
          <a:xfrm>
            <a:off x="3448050" y="42926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sp>
        <p:nvSpPr>
          <p:cNvPr id="5" name="TextBox 65"/>
          <p:cNvSpPr txBox="1">
            <a:spLocks noChangeArrowheads="1"/>
          </p:cNvSpPr>
          <p:nvPr/>
        </p:nvSpPr>
        <p:spPr bwMode="auto">
          <a:xfrm>
            <a:off x="6440413" y="5216525"/>
            <a:ext cx="107156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담당자이메일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66"/>
          <p:cNvSpPr>
            <a:spLocks noChangeArrowheads="1"/>
          </p:cNvSpPr>
          <p:nvPr/>
        </p:nvSpPr>
        <p:spPr bwMode="auto">
          <a:xfrm>
            <a:off x="7511975" y="52212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40" name="TextBox 65"/>
          <p:cNvSpPr txBox="1">
            <a:spLocks noChangeArrowheads="1"/>
          </p:cNvSpPr>
          <p:nvPr/>
        </p:nvSpPr>
        <p:spPr bwMode="auto">
          <a:xfrm>
            <a:off x="488950" y="5856288"/>
            <a:ext cx="107156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거래시작일자</a:t>
            </a:r>
          </a:p>
        </p:txBody>
      </p:sp>
      <p:sp>
        <p:nvSpPr>
          <p:cNvPr id="18541" name="직사각형 66"/>
          <p:cNvSpPr>
            <a:spLocks noChangeArrowheads="1"/>
          </p:cNvSpPr>
          <p:nvPr/>
        </p:nvSpPr>
        <p:spPr bwMode="auto">
          <a:xfrm>
            <a:off x="1560513" y="5861050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42" name="직사각형 48"/>
          <p:cNvSpPr>
            <a:spLocks noChangeArrowheads="1"/>
          </p:cNvSpPr>
          <p:nvPr/>
        </p:nvSpPr>
        <p:spPr bwMode="auto">
          <a:xfrm>
            <a:off x="2417763" y="58610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543" name="TextBox 65"/>
          <p:cNvSpPr txBox="1">
            <a:spLocks noChangeArrowheads="1"/>
          </p:cNvSpPr>
          <p:nvPr/>
        </p:nvSpPr>
        <p:spPr bwMode="auto">
          <a:xfrm>
            <a:off x="6503913" y="61515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18544" name="직사각형 66"/>
          <p:cNvSpPr>
            <a:spLocks noChangeArrowheads="1"/>
          </p:cNvSpPr>
          <p:nvPr/>
        </p:nvSpPr>
        <p:spPr bwMode="auto">
          <a:xfrm>
            <a:off x="7513563" y="614997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45" name="TextBox 65"/>
          <p:cNvSpPr txBox="1">
            <a:spLocks noChangeArrowheads="1"/>
          </p:cNvSpPr>
          <p:nvPr/>
        </p:nvSpPr>
        <p:spPr bwMode="auto">
          <a:xfrm>
            <a:off x="503238" y="61372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18546" name="직사각형 66"/>
          <p:cNvSpPr>
            <a:spLocks noChangeArrowheads="1"/>
          </p:cNvSpPr>
          <p:nvPr/>
        </p:nvSpPr>
        <p:spPr bwMode="auto">
          <a:xfrm>
            <a:off x="1562100" y="6135688"/>
            <a:ext cx="3924300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47" name="직사각형 33"/>
          <p:cNvSpPr>
            <a:spLocks noChangeArrowheads="1"/>
          </p:cNvSpPr>
          <p:nvPr/>
        </p:nvSpPr>
        <p:spPr bwMode="auto">
          <a:xfrm>
            <a:off x="8370813" y="6153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4" name="Group 139"/>
          <p:cNvGraphicFramePr>
            <a:graphicFrameLocks noGrp="1"/>
          </p:cNvGraphicFramePr>
          <p:nvPr/>
        </p:nvGraphicFramePr>
        <p:xfrm>
          <a:off x="355600" y="2781300"/>
          <a:ext cx="4932362" cy="496888"/>
        </p:xfrm>
        <a:graphic>
          <a:graphicData uri="http://schemas.openxmlformats.org/drawingml/2006/table">
            <a:tbl>
              <a:tblPr/>
              <a:tblGrid>
                <a:gridCol w="899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794">
                  <a:extLst>
                    <a:ext uri="{9D8B030D-6E8A-4147-A177-3AD203B41FA5}">
                      <a16:colId xmlns:a16="http://schemas.microsoft.com/office/drawing/2014/main" val="3947588780"/>
                    </a:ext>
                  </a:extLst>
                </a:gridCol>
                <a:gridCol w="76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3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담당자전화번호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담당자이메일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거래시작일자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거래종료일자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거래구분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거래진행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72" name="TextBox 66"/>
          <p:cNvSpPr txBox="1">
            <a:spLocks noChangeArrowheads="1"/>
          </p:cNvSpPr>
          <p:nvPr/>
        </p:nvSpPr>
        <p:spPr bwMode="auto">
          <a:xfrm>
            <a:off x="8567663" y="5861050"/>
            <a:ext cx="16573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거래중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거래종료</a:t>
            </a:r>
          </a:p>
        </p:txBody>
      </p:sp>
      <p:sp>
        <p:nvSpPr>
          <p:cNvPr id="18573" name="TextBox 65"/>
          <p:cNvSpPr txBox="1">
            <a:spLocks noChangeArrowheads="1"/>
          </p:cNvSpPr>
          <p:nvPr/>
        </p:nvSpPr>
        <p:spPr bwMode="auto">
          <a:xfrm>
            <a:off x="488950" y="55753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배송물류센터</a:t>
            </a:r>
          </a:p>
        </p:txBody>
      </p:sp>
      <p:sp>
        <p:nvSpPr>
          <p:cNvPr id="18574" name="직사각형 66"/>
          <p:cNvSpPr>
            <a:spLocks noChangeArrowheads="1"/>
          </p:cNvSpPr>
          <p:nvPr/>
        </p:nvSpPr>
        <p:spPr bwMode="auto">
          <a:xfrm>
            <a:off x="1560513" y="558006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75" name="TextBox 65"/>
          <p:cNvSpPr txBox="1">
            <a:spLocks noChangeArrowheads="1"/>
          </p:cNvSpPr>
          <p:nvPr/>
        </p:nvSpPr>
        <p:spPr bwMode="auto">
          <a:xfrm>
            <a:off x="3425825" y="55165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배송권역</a:t>
            </a:r>
          </a:p>
        </p:txBody>
      </p:sp>
      <p:sp>
        <p:nvSpPr>
          <p:cNvPr id="18577" name="TextBox 65"/>
          <p:cNvSpPr txBox="1">
            <a:spLocks noChangeArrowheads="1"/>
          </p:cNvSpPr>
          <p:nvPr/>
        </p:nvSpPr>
        <p:spPr bwMode="auto">
          <a:xfrm>
            <a:off x="6437238" y="5516563"/>
            <a:ext cx="107156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할당우선순위</a:t>
            </a:r>
          </a:p>
        </p:txBody>
      </p:sp>
      <p:sp>
        <p:nvSpPr>
          <p:cNvPr id="18578" name="직사각형 66"/>
          <p:cNvSpPr>
            <a:spLocks noChangeArrowheads="1"/>
          </p:cNvSpPr>
          <p:nvPr/>
        </p:nvSpPr>
        <p:spPr bwMode="auto">
          <a:xfrm>
            <a:off x="7508800" y="5521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66"/>
          <p:cNvSpPr>
            <a:spLocks noChangeArrowheads="1"/>
          </p:cNvSpPr>
          <p:nvPr/>
        </p:nvSpPr>
        <p:spPr bwMode="auto">
          <a:xfrm>
            <a:off x="2789238" y="5588000"/>
            <a:ext cx="636587" cy="2190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0" name="직사각형 48"/>
          <p:cNvSpPr>
            <a:spLocks noChangeArrowheads="1"/>
          </p:cNvSpPr>
          <p:nvPr/>
        </p:nvSpPr>
        <p:spPr bwMode="auto">
          <a:xfrm>
            <a:off x="2593975" y="55864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2" name="직사각형 48"/>
          <p:cNvSpPr>
            <a:spLocks noChangeArrowheads="1"/>
          </p:cNvSpPr>
          <p:nvPr/>
        </p:nvSpPr>
        <p:spPr bwMode="auto">
          <a:xfrm>
            <a:off x="8359700" y="55165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583" name="TextBox 66"/>
          <p:cNvSpPr txBox="1">
            <a:spLocks noChangeArrowheads="1"/>
          </p:cNvSpPr>
          <p:nvPr/>
        </p:nvSpPr>
        <p:spPr bwMode="auto">
          <a:xfrm>
            <a:off x="8567663" y="5491163"/>
            <a:ext cx="16573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재고할당우선순위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1~5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순위</a:t>
            </a:r>
          </a:p>
        </p:txBody>
      </p:sp>
      <p:sp>
        <p:nvSpPr>
          <p:cNvPr id="18584" name="TextBox 65"/>
          <p:cNvSpPr txBox="1">
            <a:spLocks noChangeArrowheads="1"/>
          </p:cNvSpPr>
          <p:nvPr/>
        </p:nvSpPr>
        <p:spPr bwMode="auto">
          <a:xfrm>
            <a:off x="6437238" y="4926013"/>
            <a:ext cx="107156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채널구분</a:t>
            </a:r>
          </a:p>
        </p:txBody>
      </p:sp>
      <p:sp>
        <p:nvSpPr>
          <p:cNvPr id="18585" name="직사각형 66"/>
          <p:cNvSpPr>
            <a:spLocks noChangeArrowheads="1"/>
          </p:cNvSpPr>
          <p:nvPr/>
        </p:nvSpPr>
        <p:spPr bwMode="auto">
          <a:xfrm>
            <a:off x="7508800" y="49307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6" name="직사각형 48"/>
          <p:cNvSpPr>
            <a:spLocks noChangeArrowheads="1"/>
          </p:cNvSpPr>
          <p:nvPr/>
        </p:nvSpPr>
        <p:spPr bwMode="auto">
          <a:xfrm>
            <a:off x="8359700" y="49260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587" name="TextBox 66"/>
          <p:cNvSpPr txBox="1">
            <a:spLocks noChangeArrowheads="1"/>
          </p:cNvSpPr>
          <p:nvPr/>
        </p:nvSpPr>
        <p:spPr bwMode="auto">
          <a:xfrm>
            <a:off x="8567663" y="4900613"/>
            <a:ext cx="1785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백화점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편의점</a:t>
            </a:r>
          </a:p>
        </p:txBody>
      </p:sp>
      <p:sp>
        <p:nvSpPr>
          <p:cNvPr id="90" name="TextBox 65"/>
          <p:cNvSpPr txBox="1">
            <a:spLocks noChangeArrowheads="1"/>
          </p:cNvSpPr>
          <p:nvPr/>
        </p:nvSpPr>
        <p:spPr bwMode="auto">
          <a:xfrm>
            <a:off x="7346826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91" name="직사각형 66"/>
          <p:cNvSpPr>
            <a:spLocks noChangeArrowheads="1"/>
          </p:cNvSpPr>
          <p:nvPr/>
        </p:nvSpPr>
        <p:spPr bwMode="auto">
          <a:xfrm>
            <a:off x="8343776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33"/>
          <p:cNvSpPr>
            <a:spLocks noChangeArrowheads="1"/>
          </p:cNvSpPr>
          <p:nvPr/>
        </p:nvSpPr>
        <p:spPr bwMode="auto">
          <a:xfrm>
            <a:off x="92026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3" name="직사각형 66"/>
          <p:cNvSpPr>
            <a:spLocks noChangeArrowheads="1"/>
          </p:cNvSpPr>
          <p:nvPr/>
        </p:nvSpPr>
        <p:spPr bwMode="auto">
          <a:xfrm>
            <a:off x="4503497" y="5524432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66"/>
          <p:cNvSpPr>
            <a:spLocks noChangeArrowheads="1"/>
          </p:cNvSpPr>
          <p:nvPr/>
        </p:nvSpPr>
        <p:spPr bwMode="auto">
          <a:xfrm>
            <a:off x="5732222" y="5532369"/>
            <a:ext cx="636587" cy="2190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48"/>
          <p:cNvSpPr>
            <a:spLocks noChangeArrowheads="1"/>
          </p:cNvSpPr>
          <p:nvPr/>
        </p:nvSpPr>
        <p:spPr bwMode="auto">
          <a:xfrm>
            <a:off x="5536959" y="5530782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제품분류관리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484379"/>
              </p:ext>
            </p:extLst>
          </p:nvPr>
        </p:nvGraphicFramePr>
        <p:xfrm>
          <a:off x="355600" y="2692995"/>
          <a:ext cx="9061451" cy="428626"/>
        </p:xfrm>
        <a:graphic>
          <a:graphicData uri="http://schemas.openxmlformats.org/drawingml/2006/table">
            <a:tbl>
              <a:tblPr/>
              <a:tblGrid>
                <a:gridCol w="204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4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94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4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44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81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0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956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52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제품분류코드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대분류코드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대분류명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중분류코드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중분류명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소분류코드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소분류명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AA002001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A/V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스캐너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핸드스캐너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23" name="직사각형 54"/>
          <p:cNvSpPr>
            <a:spLocks noChangeArrowheads="1"/>
          </p:cNvSpPr>
          <p:nvPr/>
        </p:nvSpPr>
        <p:spPr bwMode="auto">
          <a:xfrm>
            <a:off x="309563" y="2550120"/>
            <a:ext cx="9215437" cy="178593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24" name="TextBox 55"/>
          <p:cNvSpPr txBox="1">
            <a:spLocks noChangeArrowheads="1"/>
          </p:cNvSpPr>
          <p:nvPr/>
        </p:nvSpPr>
        <p:spPr bwMode="auto">
          <a:xfrm>
            <a:off x="381000" y="2426295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제품분류 목록</a:t>
            </a:r>
          </a:p>
        </p:txBody>
      </p:sp>
      <p:sp>
        <p:nvSpPr>
          <p:cNvPr id="20525" name="TextBox 58"/>
          <p:cNvSpPr txBox="1">
            <a:spLocks noChangeArrowheads="1"/>
          </p:cNvSpPr>
          <p:nvPr/>
        </p:nvSpPr>
        <p:spPr bwMode="auto">
          <a:xfrm>
            <a:off x="381000" y="4407495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28" name="직사각형 51"/>
          <p:cNvSpPr>
            <a:spLocks noChangeArrowheads="1"/>
          </p:cNvSpPr>
          <p:nvPr/>
        </p:nvSpPr>
        <p:spPr bwMode="auto">
          <a:xfrm>
            <a:off x="8480425" y="228818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0529" name="직사각형 51"/>
          <p:cNvSpPr>
            <a:spLocks noChangeArrowheads="1"/>
          </p:cNvSpPr>
          <p:nvPr/>
        </p:nvSpPr>
        <p:spPr bwMode="auto">
          <a:xfrm>
            <a:off x="6848475" y="228818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053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053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0532" name="TextBox 65"/>
          <p:cNvSpPr txBox="1">
            <a:spLocks noChangeArrowheads="1"/>
          </p:cNvSpPr>
          <p:nvPr/>
        </p:nvSpPr>
        <p:spPr bwMode="auto">
          <a:xfrm>
            <a:off x="4711727" y="1286192"/>
            <a:ext cx="9620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제품분류코드</a:t>
            </a:r>
          </a:p>
        </p:txBody>
      </p:sp>
      <p:sp>
        <p:nvSpPr>
          <p:cNvPr id="20533" name="직사각형 66"/>
          <p:cNvSpPr>
            <a:spLocks noChangeArrowheads="1"/>
          </p:cNvSpPr>
          <p:nvPr/>
        </p:nvSpPr>
        <p:spPr bwMode="auto">
          <a:xfrm>
            <a:off x="5708677" y="1286192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34" name="TextBox 65"/>
          <p:cNvSpPr txBox="1">
            <a:spLocks noChangeArrowheads="1"/>
          </p:cNvSpPr>
          <p:nvPr/>
        </p:nvSpPr>
        <p:spPr bwMode="auto">
          <a:xfrm>
            <a:off x="275853" y="1604168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대분류코드</a:t>
            </a:r>
          </a:p>
        </p:txBody>
      </p:sp>
      <p:sp>
        <p:nvSpPr>
          <p:cNvPr id="20535" name="직사각형 66"/>
          <p:cNvSpPr>
            <a:spLocks noChangeArrowheads="1"/>
          </p:cNvSpPr>
          <p:nvPr/>
        </p:nvSpPr>
        <p:spPr bwMode="auto">
          <a:xfrm>
            <a:off x="1246603" y="1604169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36" name="TextBox 65"/>
          <p:cNvSpPr txBox="1">
            <a:spLocks noChangeArrowheads="1"/>
          </p:cNvSpPr>
          <p:nvPr/>
        </p:nvSpPr>
        <p:spPr bwMode="auto">
          <a:xfrm>
            <a:off x="2281653" y="1604169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대분류명</a:t>
            </a:r>
          </a:p>
        </p:txBody>
      </p:sp>
      <p:sp>
        <p:nvSpPr>
          <p:cNvPr id="20537" name="직사각형 66"/>
          <p:cNvSpPr>
            <a:spLocks noChangeArrowheads="1"/>
          </p:cNvSpPr>
          <p:nvPr/>
        </p:nvSpPr>
        <p:spPr bwMode="auto">
          <a:xfrm>
            <a:off x="3278603" y="1604169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38" name="TextBox 65"/>
          <p:cNvSpPr txBox="1">
            <a:spLocks noChangeArrowheads="1"/>
          </p:cNvSpPr>
          <p:nvPr/>
        </p:nvSpPr>
        <p:spPr bwMode="auto">
          <a:xfrm>
            <a:off x="4736976" y="1619843"/>
            <a:ext cx="7556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중분류코드</a:t>
            </a:r>
          </a:p>
        </p:txBody>
      </p:sp>
      <p:sp>
        <p:nvSpPr>
          <p:cNvPr id="20539" name="직사각형 66"/>
          <p:cNvSpPr>
            <a:spLocks noChangeArrowheads="1"/>
          </p:cNvSpPr>
          <p:nvPr/>
        </p:nvSpPr>
        <p:spPr bwMode="auto">
          <a:xfrm>
            <a:off x="5673726" y="161984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40" name="TextBox 65"/>
          <p:cNvSpPr txBox="1">
            <a:spLocks noChangeArrowheads="1"/>
          </p:cNvSpPr>
          <p:nvPr/>
        </p:nvSpPr>
        <p:spPr bwMode="auto">
          <a:xfrm>
            <a:off x="6888163" y="1619843"/>
            <a:ext cx="7556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중분류명</a:t>
            </a:r>
          </a:p>
        </p:txBody>
      </p:sp>
      <p:sp>
        <p:nvSpPr>
          <p:cNvPr id="20541" name="직사각형 66"/>
          <p:cNvSpPr>
            <a:spLocks noChangeArrowheads="1"/>
          </p:cNvSpPr>
          <p:nvPr/>
        </p:nvSpPr>
        <p:spPr bwMode="auto">
          <a:xfrm>
            <a:off x="7885113" y="161984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42" name="TextBox 65"/>
          <p:cNvSpPr txBox="1">
            <a:spLocks noChangeArrowheads="1"/>
          </p:cNvSpPr>
          <p:nvPr/>
        </p:nvSpPr>
        <p:spPr bwMode="auto">
          <a:xfrm>
            <a:off x="275853" y="1940712"/>
            <a:ext cx="968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소분류코드</a:t>
            </a:r>
          </a:p>
        </p:txBody>
      </p:sp>
      <p:sp>
        <p:nvSpPr>
          <p:cNvPr id="20543" name="직사각형 66"/>
          <p:cNvSpPr>
            <a:spLocks noChangeArrowheads="1"/>
          </p:cNvSpPr>
          <p:nvPr/>
        </p:nvSpPr>
        <p:spPr bwMode="auto">
          <a:xfrm>
            <a:off x="1275978" y="1940712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44" name="TextBox 65"/>
          <p:cNvSpPr txBox="1">
            <a:spLocks noChangeArrowheads="1"/>
          </p:cNvSpPr>
          <p:nvPr/>
        </p:nvSpPr>
        <p:spPr bwMode="auto">
          <a:xfrm>
            <a:off x="2307853" y="1940712"/>
            <a:ext cx="996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소분류명</a:t>
            </a:r>
          </a:p>
        </p:txBody>
      </p:sp>
      <p:sp>
        <p:nvSpPr>
          <p:cNvPr id="20545" name="직사각형 66"/>
          <p:cNvSpPr>
            <a:spLocks noChangeArrowheads="1"/>
          </p:cNvSpPr>
          <p:nvPr/>
        </p:nvSpPr>
        <p:spPr bwMode="auto">
          <a:xfrm>
            <a:off x="3304803" y="1940712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46" name="직사각형 51"/>
          <p:cNvSpPr>
            <a:spLocks noChangeArrowheads="1"/>
          </p:cNvSpPr>
          <p:nvPr/>
        </p:nvSpPr>
        <p:spPr bwMode="auto">
          <a:xfrm>
            <a:off x="7394575" y="228818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0547" name="직사각형 51"/>
          <p:cNvSpPr>
            <a:spLocks noChangeArrowheads="1"/>
          </p:cNvSpPr>
          <p:nvPr/>
        </p:nvSpPr>
        <p:spPr bwMode="auto">
          <a:xfrm>
            <a:off x="7942263" y="228818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aphicFrame>
        <p:nvGraphicFramePr>
          <p:cNvPr id="5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109302"/>
              </p:ext>
            </p:extLst>
          </p:nvPr>
        </p:nvGraphicFramePr>
        <p:xfrm>
          <a:off x="363538" y="3431183"/>
          <a:ext cx="950912" cy="428626"/>
        </p:xfrm>
        <a:graphic>
          <a:graphicData uri="http://schemas.openxmlformats.org/drawingml/2006/table">
            <a:tbl>
              <a:tblPr/>
              <a:tblGrid>
                <a:gridCol w="95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51" marR="7651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51" marR="7651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54" name="직사각형 54"/>
          <p:cNvSpPr>
            <a:spLocks noChangeArrowheads="1"/>
          </p:cNvSpPr>
          <p:nvPr/>
        </p:nvSpPr>
        <p:spPr bwMode="auto">
          <a:xfrm>
            <a:off x="309563" y="4523383"/>
            <a:ext cx="9215437" cy="17859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555" name="그룹 52"/>
          <p:cNvGrpSpPr>
            <a:grpSpLocks/>
          </p:cNvGrpSpPr>
          <p:nvPr/>
        </p:nvGrpSpPr>
        <p:grpSpPr bwMode="auto">
          <a:xfrm>
            <a:off x="385763" y="4599583"/>
            <a:ext cx="2071687" cy="230187"/>
            <a:chOff x="3238492" y="1428736"/>
            <a:chExt cx="2071698" cy="230832"/>
          </a:xfrm>
        </p:grpSpPr>
        <p:sp>
          <p:nvSpPr>
            <p:cNvPr id="2057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20579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556" name="그룹 53"/>
          <p:cNvGrpSpPr>
            <a:grpSpLocks/>
          </p:cNvGrpSpPr>
          <p:nvPr/>
        </p:nvGrpSpPr>
        <p:grpSpPr bwMode="auto">
          <a:xfrm>
            <a:off x="2720975" y="4599583"/>
            <a:ext cx="2071688" cy="230187"/>
            <a:chOff x="2769161" y="1428739"/>
            <a:chExt cx="2071697" cy="230832"/>
          </a:xfrm>
        </p:grpSpPr>
        <p:sp>
          <p:nvSpPr>
            <p:cNvPr id="20576" name="TextBox 65"/>
            <p:cNvSpPr txBox="1">
              <a:spLocks noChangeArrowheads="1"/>
            </p:cNvSpPr>
            <p:nvPr/>
          </p:nvSpPr>
          <p:spPr bwMode="auto">
            <a:xfrm>
              <a:off x="2769161" y="1428739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제품분류코드</a:t>
              </a:r>
            </a:p>
          </p:txBody>
        </p:sp>
        <p:sp>
          <p:nvSpPr>
            <p:cNvPr id="64" name="직사각형 66"/>
            <p:cNvSpPr>
              <a:spLocks noChangeArrowheads="1"/>
            </p:cNvSpPr>
            <p:nvPr/>
          </p:nvSpPr>
          <p:spPr bwMode="auto">
            <a:xfrm>
              <a:off x="3840729" y="1433514"/>
              <a:ext cx="1000129" cy="21491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557" name="TextBox 65"/>
          <p:cNvSpPr txBox="1">
            <a:spLocks noChangeArrowheads="1"/>
          </p:cNvSpPr>
          <p:nvPr/>
        </p:nvSpPr>
        <p:spPr bwMode="auto">
          <a:xfrm>
            <a:off x="4953000" y="459958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대분류코드</a:t>
            </a:r>
          </a:p>
        </p:txBody>
      </p:sp>
      <p:sp>
        <p:nvSpPr>
          <p:cNvPr id="20558" name="직사각형 66"/>
          <p:cNvSpPr>
            <a:spLocks noChangeArrowheads="1"/>
          </p:cNvSpPr>
          <p:nvPr/>
        </p:nvSpPr>
        <p:spPr bwMode="auto">
          <a:xfrm>
            <a:off x="6024563" y="459958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59" name="TextBox 65"/>
          <p:cNvSpPr txBox="1">
            <a:spLocks noChangeArrowheads="1"/>
          </p:cNvSpPr>
          <p:nvPr/>
        </p:nvSpPr>
        <p:spPr bwMode="auto">
          <a:xfrm>
            <a:off x="7197725" y="459958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대분류명</a:t>
            </a:r>
          </a:p>
        </p:txBody>
      </p:sp>
      <p:sp>
        <p:nvSpPr>
          <p:cNvPr id="20560" name="직사각형 66"/>
          <p:cNvSpPr>
            <a:spLocks noChangeArrowheads="1"/>
          </p:cNvSpPr>
          <p:nvPr/>
        </p:nvSpPr>
        <p:spPr bwMode="auto">
          <a:xfrm>
            <a:off x="8269288" y="459958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61" name="TextBox 65"/>
          <p:cNvSpPr txBox="1">
            <a:spLocks noChangeArrowheads="1"/>
          </p:cNvSpPr>
          <p:nvPr/>
        </p:nvSpPr>
        <p:spPr bwMode="auto">
          <a:xfrm>
            <a:off x="390525" y="498693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중분류코드</a:t>
            </a:r>
          </a:p>
        </p:txBody>
      </p:sp>
      <p:grpSp>
        <p:nvGrpSpPr>
          <p:cNvPr id="20562" name="그룹 53"/>
          <p:cNvGrpSpPr>
            <a:grpSpLocks/>
          </p:cNvGrpSpPr>
          <p:nvPr/>
        </p:nvGrpSpPr>
        <p:grpSpPr bwMode="auto">
          <a:xfrm>
            <a:off x="2724150" y="4986933"/>
            <a:ext cx="2071688" cy="230187"/>
            <a:chOff x="2769161" y="1428739"/>
            <a:chExt cx="2071697" cy="230832"/>
          </a:xfrm>
        </p:grpSpPr>
        <p:sp>
          <p:nvSpPr>
            <p:cNvPr id="20574" name="TextBox 65"/>
            <p:cNvSpPr txBox="1">
              <a:spLocks noChangeArrowheads="1"/>
            </p:cNvSpPr>
            <p:nvPr/>
          </p:nvSpPr>
          <p:spPr bwMode="auto">
            <a:xfrm>
              <a:off x="2769161" y="1428739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중분류명</a:t>
              </a:r>
            </a:p>
          </p:txBody>
        </p:sp>
        <p:sp>
          <p:nvSpPr>
            <p:cNvPr id="20575" name="직사각형 66"/>
            <p:cNvSpPr>
              <a:spLocks noChangeArrowheads="1"/>
            </p:cNvSpPr>
            <p:nvPr/>
          </p:nvSpPr>
          <p:spPr bwMode="auto">
            <a:xfrm>
              <a:off x="3840729" y="1433514"/>
              <a:ext cx="1000129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563" name="TextBox 65"/>
          <p:cNvSpPr txBox="1">
            <a:spLocks noChangeArrowheads="1"/>
          </p:cNvSpPr>
          <p:nvPr/>
        </p:nvSpPr>
        <p:spPr bwMode="auto">
          <a:xfrm>
            <a:off x="4956175" y="498693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소분류코드</a:t>
            </a:r>
          </a:p>
        </p:txBody>
      </p:sp>
      <p:sp>
        <p:nvSpPr>
          <p:cNvPr id="20564" name="직사각형 66"/>
          <p:cNvSpPr>
            <a:spLocks noChangeArrowheads="1"/>
          </p:cNvSpPr>
          <p:nvPr/>
        </p:nvSpPr>
        <p:spPr bwMode="auto">
          <a:xfrm>
            <a:off x="6027738" y="498693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65" name="TextBox 65"/>
          <p:cNvSpPr txBox="1">
            <a:spLocks noChangeArrowheads="1"/>
          </p:cNvSpPr>
          <p:nvPr/>
        </p:nvSpPr>
        <p:spPr bwMode="auto">
          <a:xfrm>
            <a:off x="7202488" y="498693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소분류명</a:t>
            </a:r>
          </a:p>
        </p:txBody>
      </p:sp>
      <p:sp>
        <p:nvSpPr>
          <p:cNvPr id="20566" name="직사각형 66"/>
          <p:cNvSpPr>
            <a:spLocks noChangeArrowheads="1"/>
          </p:cNvSpPr>
          <p:nvPr/>
        </p:nvSpPr>
        <p:spPr bwMode="auto">
          <a:xfrm>
            <a:off x="8274050" y="498693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67" name="직사각형 66"/>
          <p:cNvSpPr>
            <a:spLocks noChangeArrowheads="1"/>
          </p:cNvSpPr>
          <p:nvPr/>
        </p:nvSpPr>
        <p:spPr bwMode="auto">
          <a:xfrm>
            <a:off x="1470025" y="498693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68" name="TextBox 65"/>
          <p:cNvSpPr txBox="1">
            <a:spLocks noChangeArrowheads="1"/>
          </p:cNvSpPr>
          <p:nvPr/>
        </p:nvSpPr>
        <p:spPr bwMode="auto">
          <a:xfrm>
            <a:off x="398463" y="535364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20569" name="직사각형 66"/>
          <p:cNvSpPr>
            <a:spLocks noChangeArrowheads="1"/>
          </p:cNvSpPr>
          <p:nvPr/>
        </p:nvSpPr>
        <p:spPr bwMode="auto">
          <a:xfrm>
            <a:off x="1470025" y="535840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Y/N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70" name="직사각형 33"/>
          <p:cNvSpPr>
            <a:spLocks noChangeArrowheads="1"/>
          </p:cNvSpPr>
          <p:nvPr/>
        </p:nvSpPr>
        <p:spPr bwMode="auto">
          <a:xfrm>
            <a:off x="2327275" y="535682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571" name="TextBox 65"/>
          <p:cNvSpPr txBox="1">
            <a:spLocks noChangeArrowheads="1"/>
          </p:cNvSpPr>
          <p:nvPr/>
        </p:nvSpPr>
        <p:spPr bwMode="auto">
          <a:xfrm>
            <a:off x="2720975" y="535364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20572" name="직사각형 66"/>
          <p:cNvSpPr>
            <a:spLocks noChangeArrowheads="1"/>
          </p:cNvSpPr>
          <p:nvPr/>
        </p:nvSpPr>
        <p:spPr bwMode="auto">
          <a:xfrm>
            <a:off x="3792538" y="535364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73" name="직사각형 51"/>
          <p:cNvSpPr>
            <a:spLocks noChangeArrowheads="1"/>
          </p:cNvSpPr>
          <p:nvPr/>
        </p:nvSpPr>
        <p:spPr bwMode="auto">
          <a:xfrm>
            <a:off x="9020175" y="228818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56" name="TextBox 65"/>
          <p:cNvSpPr txBox="1">
            <a:spLocks noChangeArrowheads="1"/>
          </p:cNvSpPr>
          <p:nvPr/>
        </p:nvSpPr>
        <p:spPr bwMode="auto">
          <a:xfrm>
            <a:off x="6753200" y="1916832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58" name="직사각형 66"/>
          <p:cNvSpPr>
            <a:spLocks noChangeArrowheads="1"/>
          </p:cNvSpPr>
          <p:nvPr/>
        </p:nvSpPr>
        <p:spPr bwMode="auto">
          <a:xfrm>
            <a:off x="7893219" y="1916832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33"/>
          <p:cNvSpPr>
            <a:spLocks noChangeArrowheads="1"/>
          </p:cNvSpPr>
          <p:nvPr/>
        </p:nvSpPr>
        <p:spPr bwMode="auto">
          <a:xfrm>
            <a:off x="8740421" y="191683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0" name="TextBox 65"/>
          <p:cNvSpPr txBox="1">
            <a:spLocks noChangeArrowheads="1"/>
          </p:cNvSpPr>
          <p:nvPr/>
        </p:nvSpPr>
        <p:spPr bwMode="auto">
          <a:xfrm>
            <a:off x="282528" y="1295206"/>
            <a:ext cx="7207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61" name="직사각형 66"/>
          <p:cNvSpPr>
            <a:spLocks noChangeArrowheads="1"/>
          </p:cNvSpPr>
          <p:nvPr/>
        </p:nvSpPr>
        <p:spPr bwMode="auto">
          <a:xfrm>
            <a:off x="1278705" y="129520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6"/>
          <p:cNvSpPr>
            <a:spLocks noChangeArrowheads="1"/>
          </p:cNvSpPr>
          <p:nvPr/>
        </p:nvSpPr>
        <p:spPr bwMode="auto">
          <a:xfrm>
            <a:off x="2502667" y="128885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48"/>
          <p:cNvSpPr>
            <a:spLocks noChangeArrowheads="1"/>
          </p:cNvSpPr>
          <p:nvPr/>
        </p:nvSpPr>
        <p:spPr bwMode="auto">
          <a:xfrm>
            <a:off x="2318517" y="1288856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(UOM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2150"/>
              </p:ext>
            </p:extLst>
          </p:nvPr>
        </p:nvGraphicFramePr>
        <p:xfrm>
          <a:off x="355600" y="1921917"/>
          <a:ext cx="8999538" cy="428626"/>
        </p:xfrm>
        <a:graphic>
          <a:graphicData uri="http://schemas.openxmlformats.org/drawingml/2006/table">
            <a:tbl>
              <a:tblPr/>
              <a:tblGrid>
                <a:gridCol w="22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28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522">
                  <a:extLst>
                    <a:ext uri="{9D8B030D-6E8A-4147-A177-3AD203B41FA5}">
                      <a16:colId xmlns:a16="http://schemas.microsoft.com/office/drawing/2014/main" val="232709162"/>
                    </a:ext>
                  </a:extLst>
                </a:gridCol>
                <a:gridCol w="527522">
                  <a:extLst>
                    <a:ext uri="{9D8B030D-6E8A-4147-A177-3AD203B41FA5}">
                      <a16:colId xmlns:a16="http://schemas.microsoft.com/office/drawing/2014/main" val="2461849410"/>
                    </a:ext>
                  </a:extLst>
                </a:gridCol>
                <a:gridCol w="527522">
                  <a:extLst>
                    <a:ext uri="{9D8B030D-6E8A-4147-A177-3AD203B41FA5}">
                      <a16:colId xmlns:a16="http://schemas.microsoft.com/office/drawing/2014/main" val="4054672268"/>
                    </a:ext>
                  </a:extLst>
                </a:gridCol>
                <a:gridCol w="504034">
                  <a:extLst>
                    <a:ext uri="{9D8B030D-6E8A-4147-A177-3AD203B41FA5}">
                      <a16:colId xmlns:a16="http://schemas.microsoft.com/office/drawing/2014/main" val="148166994"/>
                    </a:ext>
                  </a:extLst>
                </a:gridCol>
                <a:gridCol w="504034">
                  <a:extLst>
                    <a:ext uri="{9D8B030D-6E8A-4147-A177-3AD203B41FA5}">
                      <a16:colId xmlns:a16="http://schemas.microsoft.com/office/drawing/2014/main" val="4053949855"/>
                    </a:ext>
                  </a:extLst>
                </a:gridCol>
                <a:gridCol w="576039">
                  <a:extLst>
                    <a:ext uri="{9D8B030D-6E8A-4147-A177-3AD203B41FA5}">
                      <a16:colId xmlns:a16="http://schemas.microsoft.com/office/drawing/2014/main" val="2445703039"/>
                    </a:ext>
                  </a:extLst>
                </a:gridCol>
                <a:gridCol w="288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0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0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60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제품군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대분류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중분류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소분류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입고단가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출고단가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과세여부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(CBM)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84" name="직사각형 54"/>
          <p:cNvSpPr>
            <a:spLocks noChangeArrowheads="1"/>
          </p:cNvSpPr>
          <p:nvPr/>
        </p:nvSpPr>
        <p:spPr bwMode="auto">
          <a:xfrm>
            <a:off x="309563" y="1813967"/>
            <a:ext cx="9215437" cy="1149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85" name="TextBox 55"/>
          <p:cNvSpPr txBox="1">
            <a:spLocks noChangeArrowheads="1"/>
          </p:cNvSpPr>
          <p:nvPr/>
        </p:nvSpPr>
        <p:spPr bwMode="auto">
          <a:xfrm>
            <a:off x="381000" y="1690142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목록</a:t>
            </a:r>
          </a:p>
        </p:txBody>
      </p:sp>
      <p:sp>
        <p:nvSpPr>
          <p:cNvPr id="22586" name="TextBox 65"/>
          <p:cNvSpPr txBox="1">
            <a:spLocks noChangeArrowheads="1"/>
          </p:cNvSpPr>
          <p:nvPr/>
        </p:nvSpPr>
        <p:spPr bwMode="auto">
          <a:xfrm>
            <a:off x="438150" y="1312863"/>
            <a:ext cx="7270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2587" name="직사각형 66"/>
          <p:cNvSpPr>
            <a:spLocks noChangeArrowheads="1"/>
          </p:cNvSpPr>
          <p:nvPr/>
        </p:nvSpPr>
        <p:spPr bwMode="auto">
          <a:xfrm>
            <a:off x="12446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88" name="직사각형 51"/>
          <p:cNvSpPr>
            <a:spLocks noChangeArrowheads="1"/>
          </p:cNvSpPr>
          <p:nvPr/>
        </p:nvSpPr>
        <p:spPr bwMode="auto">
          <a:xfrm>
            <a:off x="848836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2589" name="직사각형 51"/>
          <p:cNvSpPr>
            <a:spLocks noChangeArrowheads="1"/>
          </p:cNvSpPr>
          <p:nvPr/>
        </p:nvSpPr>
        <p:spPr bwMode="auto">
          <a:xfrm>
            <a:off x="685641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259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259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2592" name="직사각형 48"/>
          <p:cNvSpPr>
            <a:spLocks noChangeArrowheads="1"/>
          </p:cNvSpPr>
          <p:nvPr/>
        </p:nvSpPr>
        <p:spPr bwMode="auto">
          <a:xfrm>
            <a:off x="2279650" y="1312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3" name="TextBox 65"/>
          <p:cNvSpPr txBox="1">
            <a:spLocks noChangeArrowheads="1"/>
          </p:cNvSpPr>
          <p:nvPr/>
        </p:nvSpPr>
        <p:spPr bwMode="auto">
          <a:xfrm>
            <a:off x="353853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</p:txBody>
      </p:sp>
      <p:sp>
        <p:nvSpPr>
          <p:cNvPr id="22594" name="직사각형 66"/>
          <p:cNvSpPr>
            <a:spLocks noChangeArrowheads="1"/>
          </p:cNvSpPr>
          <p:nvPr/>
        </p:nvSpPr>
        <p:spPr bwMode="auto">
          <a:xfrm>
            <a:off x="45339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5" name="직사각형 66"/>
          <p:cNvSpPr>
            <a:spLocks noChangeArrowheads="1"/>
          </p:cNvSpPr>
          <p:nvPr/>
        </p:nvSpPr>
        <p:spPr bwMode="auto">
          <a:xfrm>
            <a:off x="57531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6" name="직사각형 48"/>
          <p:cNvSpPr>
            <a:spLocks noChangeArrowheads="1"/>
          </p:cNvSpPr>
          <p:nvPr/>
        </p:nvSpPr>
        <p:spPr bwMode="auto">
          <a:xfrm>
            <a:off x="5570538" y="1312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7" name="직사각형 51"/>
          <p:cNvSpPr>
            <a:spLocks noChangeArrowheads="1"/>
          </p:cNvSpPr>
          <p:nvPr/>
        </p:nvSpPr>
        <p:spPr bwMode="auto">
          <a:xfrm>
            <a:off x="740251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2598" name="직사각형 51"/>
          <p:cNvSpPr>
            <a:spLocks noChangeArrowheads="1"/>
          </p:cNvSpPr>
          <p:nvPr/>
        </p:nvSpPr>
        <p:spPr bwMode="auto">
          <a:xfrm>
            <a:off x="794861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2599" name="직사각형 54"/>
          <p:cNvSpPr>
            <a:spLocks noChangeArrowheads="1"/>
          </p:cNvSpPr>
          <p:nvPr/>
        </p:nvSpPr>
        <p:spPr bwMode="auto">
          <a:xfrm>
            <a:off x="309563" y="3022056"/>
            <a:ext cx="9215437" cy="246910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00" name="직사각형 51"/>
          <p:cNvSpPr>
            <a:spLocks noChangeArrowheads="1"/>
          </p:cNvSpPr>
          <p:nvPr/>
        </p:nvSpPr>
        <p:spPr bwMode="auto">
          <a:xfrm>
            <a:off x="9026525" y="1556792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2601" name="직사각형 66"/>
          <p:cNvSpPr>
            <a:spLocks noChangeArrowheads="1"/>
          </p:cNvSpPr>
          <p:nvPr/>
        </p:nvSpPr>
        <p:spPr bwMode="auto">
          <a:xfrm>
            <a:off x="245745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02" name="직사각형 51"/>
          <p:cNvSpPr>
            <a:spLocks noChangeArrowheads="1"/>
          </p:cNvSpPr>
          <p:nvPr/>
        </p:nvSpPr>
        <p:spPr bwMode="auto">
          <a:xfrm>
            <a:off x="6213475" y="1556792"/>
            <a:ext cx="585788" cy="204787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라벨발행</a:t>
            </a:r>
          </a:p>
        </p:txBody>
      </p:sp>
      <p:graphicFrame>
        <p:nvGraphicFramePr>
          <p:cNvPr id="6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634145"/>
              </p:ext>
            </p:extLst>
          </p:nvPr>
        </p:nvGraphicFramePr>
        <p:xfrm>
          <a:off x="355600" y="2436267"/>
          <a:ext cx="8778876" cy="428626"/>
        </p:xfrm>
        <a:graphic>
          <a:graphicData uri="http://schemas.openxmlformats.org/drawingml/2006/table">
            <a:tbl>
              <a:tblPr/>
              <a:tblGrid>
                <a:gridCol w="690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716">
                  <a:extLst>
                    <a:ext uri="{9D8B030D-6E8A-4147-A177-3AD203B41FA5}">
                      <a16:colId xmlns:a16="http://schemas.microsoft.com/office/drawing/2014/main" val="1600383249"/>
                    </a:ext>
                  </a:extLst>
                </a:gridCol>
                <a:gridCol w="741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0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99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1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유통기한일수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적치전략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할당전략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세트제품여부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보관온도구분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계절성여부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(UOM)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92478"/>
              </p:ext>
            </p:extLst>
          </p:nvPr>
        </p:nvGraphicFramePr>
        <p:xfrm>
          <a:off x="366713" y="5832475"/>
          <a:ext cx="4658294" cy="642939"/>
        </p:xfrm>
        <a:graphic>
          <a:graphicData uri="http://schemas.openxmlformats.org/drawingml/2006/table">
            <a:tbl>
              <a:tblPr/>
              <a:tblGrid>
                <a:gridCol w="209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779">
                  <a:extLst>
                    <a:ext uri="{9D8B030D-6E8A-4147-A177-3AD203B41FA5}">
                      <a16:colId xmlns:a16="http://schemas.microsoft.com/office/drawing/2014/main" val="2549352579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적재구분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6491"/>
                  </a:ext>
                </a:extLst>
              </a:tr>
            </a:tbl>
          </a:graphicData>
        </a:graphic>
      </p:graphicFrame>
      <p:sp>
        <p:nvSpPr>
          <p:cNvPr id="123" name="한쪽 모서리가 둥근 사각형 122"/>
          <p:cNvSpPr/>
          <p:nvPr/>
        </p:nvSpPr>
        <p:spPr bwMode="auto">
          <a:xfrm>
            <a:off x="319088" y="5548313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en-US" altLang="ko-KR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UOM</a:t>
            </a: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22659" name="직사각형 54"/>
          <p:cNvSpPr>
            <a:spLocks noChangeArrowheads="1"/>
          </p:cNvSpPr>
          <p:nvPr/>
        </p:nvSpPr>
        <p:spPr bwMode="auto">
          <a:xfrm>
            <a:off x="319088" y="5764213"/>
            <a:ext cx="9190037" cy="6318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60" name="직사각형 51"/>
          <p:cNvSpPr>
            <a:spLocks noChangeArrowheads="1"/>
          </p:cNvSpPr>
          <p:nvPr/>
        </p:nvSpPr>
        <p:spPr bwMode="auto">
          <a:xfrm>
            <a:off x="7877175" y="55419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2661" name="직사각형 51"/>
          <p:cNvSpPr>
            <a:spLocks noChangeArrowheads="1"/>
          </p:cNvSpPr>
          <p:nvPr/>
        </p:nvSpPr>
        <p:spPr bwMode="auto">
          <a:xfrm>
            <a:off x="8439150" y="55419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2662" name="직사각형 51"/>
          <p:cNvSpPr>
            <a:spLocks noChangeArrowheads="1"/>
          </p:cNvSpPr>
          <p:nvPr/>
        </p:nvSpPr>
        <p:spPr bwMode="auto">
          <a:xfrm>
            <a:off x="9010650" y="55419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3" name="한쪽 모서리가 둥근 사각형 72"/>
          <p:cNvSpPr/>
          <p:nvPr/>
        </p:nvSpPr>
        <p:spPr bwMode="auto">
          <a:xfrm>
            <a:off x="1042988" y="5551488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센터관리</a:t>
            </a:r>
          </a:p>
        </p:txBody>
      </p:sp>
      <p:sp>
        <p:nvSpPr>
          <p:cNvPr id="22664" name="TextBox 65"/>
          <p:cNvSpPr txBox="1">
            <a:spLocks noChangeArrowheads="1"/>
          </p:cNvSpPr>
          <p:nvPr/>
        </p:nvSpPr>
        <p:spPr bwMode="auto">
          <a:xfrm>
            <a:off x="3424238" y="5287044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22665" name="직사각형 66"/>
          <p:cNvSpPr>
            <a:spLocks noChangeArrowheads="1"/>
          </p:cNvSpPr>
          <p:nvPr/>
        </p:nvSpPr>
        <p:spPr bwMode="auto">
          <a:xfrm>
            <a:off x="4482577" y="5285457"/>
            <a:ext cx="187200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666" name="그룹 52"/>
          <p:cNvGrpSpPr>
            <a:grpSpLocks/>
          </p:cNvGrpSpPr>
          <p:nvPr/>
        </p:nvGrpSpPr>
        <p:grpSpPr bwMode="auto">
          <a:xfrm>
            <a:off x="6391275" y="3083248"/>
            <a:ext cx="2071688" cy="230187"/>
            <a:chOff x="3238492" y="1428736"/>
            <a:chExt cx="2071698" cy="230832"/>
          </a:xfrm>
        </p:grpSpPr>
        <p:sp>
          <p:nvSpPr>
            <p:cNvPr id="2273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제품규격</a:t>
              </a:r>
            </a:p>
          </p:txBody>
        </p:sp>
        <p:sp>
          <p:nvSpPr>
            <p:cNvPr id="22740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667" name="TextBox 65"/>
          <p:cNvSpPr txBox="1">
            <a:spLocks noChangeArrowheads="1"/>
          </p:cNvSpPr>
          <p:nvPr/>
        </p:nvSpPr>
        <p:spPr bwMode="auto">
          <a:xfrm>
            <a:off x="384175" y="309118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</a:p>
        </p:txBody>
      </p:sp>
      <p:sp>
        <p:nvSpPr>
          <p:cNvPr id="22668" name="직사각형 66"/>
          <p:cNvSpPr>
            <a:spLocks noChangeArrowheads="1"/>
          </p:cNvSpPr>
          <p:nvPr/>
        </p:nvSpPr>
        <p:spPr bwMode="auto">
          <a:xfrm>
            <a:off x="1465263" y="309118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69" name="TextBox 65"/>
          <p:cNvSpPr txBox="1">
            <a:spLocks noChangeArrowheads="1"/>
          </p:cNvSpPr>
          <p:nvPr/>
        </p:nvSpPr>
        <p:spPr bwMode="auto">
          <a:xfrm>
            <a:off x="3424238" y="307054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</a:p>
        </p:txBody>
      </p:sp>
      <p:sp>
        <p:nvSpPr>
          <p:cNvPr id="22670" name="직사각형 66"/>
          <p:cNvSpPr>
            <a:spLocks noChangeArrowheads="1"/>
          </p:cNvSpPr>
          <p:nvPr/>
        </p:nvSpPr>
        <p:spPr bwMode="auto">
          <a:xfrm>
            <a:off x="4492625" y="306896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71" name="TextBox 65"/>
          <p:cNvSpPr txBox="1">
            <a:spLocks noChangeArrowheads="1"/>
          </p:cNvSpPr>
          <p:nvPr/>
        </p:nvSpPr>
        <p:spPr bwMode="auto">
          <a:xfrm>
            <a:off x="377825" y="449136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박스바코드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72" name="직사각형 66"/>
          <p:cNvSpPr>
            <a:spLocks noChangeArrowheads="1"/>
          </p:cNvSpPr>
          <p:nvPr/>
        </p:nvSpPr>
        <p:spPr bwMode="auto">
          <a:xfrm>
            <a:off x="1446213" y="448977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73" name="TextBox 65"/>
          <p:cNvSpPr txBox="1">
            <a:spLocks noChangeArrowheads="1"/>
          </p:cNvSpPr>
          <p:nvPr/>
        </p:nvSpPr>
        <p:spPr bwMode="auto">
          <a:xfrm>
            <a:off x="3425825" y="448659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제품바코드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74" name="직사각형 66"/>
          <p:cNvSpPr>
            <a:spLocks noChangeArrowheads="1"/>
          </p:cNvSpPr>
          <p:nvPr/>
        </p:nvSpPr>
        <p:spPr bwMode="auto">
          <a:xfrm>
            <a:off x="4494213" y="448501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75" name="TextBox 65"/>
          <p:cNvSpPr txBox="1">
            <a:spLocks noChangeArrowheads="1"/>
          </p:cNvSpPr>
          <p:nvPr/>
        </p:nvSpPr>
        <p:spPr bwMode="auto">
          <a:xfrm>
            <a:off x="6393160" y="5257675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22676" name="직사각형 66"/>
          <p:cNvSpPr>
            <a:spLocks noChangeArrowheads="1"/>
          </p:cNvSpPr>
          <p:nvPr/>
        </p:nvSpPr>
        <p:spPr bwMode="auto">
          <a:xfrm>
            <a:off x="7461548" y="5256087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77" name="직사각형 33"/>
          <p:cNvSpPr>
            <a:spLocks noChangeArrowheads="1"/>
          </p:cNvSpPr>
          <p:nvPr/>
        </p:nvSpPr>
        <p:spPr bwMode="auto">
          <a:xfrm>
            <a:off x="8321973" y="5256087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78" name="TextBox 65"/>
          <p:cNvSpPr txBox="1">
            <a:spLocks noChangeArrowheads="1"/>
          </p:cNvSpPr>
          <p:nvPr/>
        </p:nvSpPr>
        <p:spPr bwMode="auto">
          <a:xfrm>
            <a:off x="381000" y="395002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입고단가</a:t>
            </a:r>
          </a:p>
        </p:txBody>
      </p:sp>
      <p:sp>
        <p:nvSpPr>
          <p:cNvPr id="22679" name="직사각형 66"/>
          <p:cNvSpPr>
            <a:spLocks noChangeArrowheads="1"/>
          </p:cNvSpPr>
          <p:nvPr/>
        </p:nvSpPr>
        <p:spPr bwMode="auto">
          <a:xfrm>
            <a:off x="1449388" y="394843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80" name="TextBox 65"/>
          <p:cNvSpPr txBox="1">
            <a:spLocks noChangeArrowheads="1"/>
          </p:cNvSpPr>
          <p:nvPr/>
        </p:nvSpPr>
        <p:spPr bwMode="auto">
          <a:xfrm>
            <a:off x="365125" y="500059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최소단위</a:t>
            </a:r>
          </a:p>
        </p:txBody>
      </p:sp>
      <p:sp>
        <p:nvSpPr>
          <p:cNvPr id="22681" name="직사각형 66"/>
          <p:cNvSpPr>
            <a:spLocks noChangeArrowheads="1"/>
          </p:cNvSpPr>
          <p:nvPr/>
        </p:nvSpPr>
        <p:spPr bwMode="auto">
          <a:xfrm>
            <a:off x="1444625" y="500059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82" name="직사각형 48"/>
          <p:cNvSpPr>
            <a:spLocks noChangeArrowheads="1"/>
          </p:cNvSpPr>
          <p:nvPr/>
        </p:nvSpPr>
        <p:spPr bwMode="auto">
          <a:xfrm>
            <a:off x="2311400" y="4993080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83" name="직사각형 66"/>
          <p:cNvSpPr>
            <a:spLocks noChangeArrowheads="1"/>
          </p:cNvSpPr>
          <p:nvPr/>
        </p:nvSpPr>
        <p:spPr bwMode="auto">
          <a:xfrm>
            <a:off x="1452563" y="4184973"/>
            <a:ext cx="214312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84" name="직사각형 66"/>
          <p:cNvSpPr>
            <a:spLocks noChangeArrowheads="1"/>
          </p:cNvSpPr>
          <p:nvPr/>
        </p:nvSpPr>
        <p:spPr bwMode="auto">
          <a:xfrm>
            <a:off x="2238375" y="4184973"/>
            <a:ext cx="214313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85" name="TextBox 65"/>
          <p:cNvSpPr txBox="1">
            <a:spLocks noChangeArrowheads="1"/>
          </p:cNvSpPr>
          <p:nvPr/>
        </p:nvSpPr>
        <p:spPr bwMode="auto">
          <a:xfrm>
            <a:off x="1649413" y="4156398"/>
            <a:ext cx="2143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86" name="TextBox 65"/>
          <p:cNvSpPr txBox="1">
            <a:spLocks noChangeArrowheads="1"/>
          </p:cNvSpPr>
          <p:nvPr/>
        </p:nvSpPr>
        <p:spPr bwMode="auto">
          <a:xfrm>
            <a:off x="2043113" y="4156398"/>
            <a:ext cx="2143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87" name="TextBox 65"/>
          <p:cNvSpPr txBox="1">
            <a:spLocks noChangeArrowheads="1"/>
          </p:cNvSpPr>
          <p:nvPr/>
        </p:nvSpPr>
        <p:spPr bwMode="auto">
          <a:xfrm>
            <a:off x="381000" y="417544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높이</a:t>
            </a:r>
          </a:p>
        </p:txBody>
      </p:sp>
      <p:sp>
        <p:nvSpPr>
          <p:cNvPr id="22688" name="직사각형 51"/>
          <p:cNvSpPr>
            <a:spLocks noChangeArrowheads="1"/>
          </p:cNvSpPr>
          <p:nvPr/>
        </p:nvSpPr>
        <p:spPr bwMode="auto">
          <a:xfrm>
            <a:off x="2513013" y="4194498"/>
            <a:ext cx="252412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계산</a:t>
            </a:r>
          </a:p>
        </p:txBody>
      </p:sp>
      <p:sp>
        <p:nvSpPr>
          <p:cNvPr id="22689" name="직사각형 66"/>
          <p:cNvSpPr>
            <a:spLocks noChangeArrowheads="1"/>
          </p:cNvSpPr>
          <p:nvPr/>
        </p:nvSpPr>
        <p:spPr bwMode="auto">
          <a:xfrm>
            <a:off x="1846263" y="4184973"/>
            <a:ext cx="214312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90" name="TextBox 65"/>
          <p:cNvSpPr txBox="1">
            <a:spLocks noChangeArrowheads="1"/>
          </p:cNvSpPr>
          <p:nvPr/>
        </p:nvSpPr>
        <p:spPr bwMode="auto">
          <a:xfrm>
            <a:off x="3405188" y="4202435"/>
            <a:ext cx="107156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체적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(CBM)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91" name="직사각형 66"/>
          <p:cNvSpPr>
            <a:spLocks noChangeArrowheads="1"/>
          </p:cNvSpPr>
          <p:nvPr/>
        </p:nvSpPr>
        <p:spPr bwMode="auto">
          <a:xfrm>
            <a:off x="4473575" y="420084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92" name="TextBox 65"/>
          <p:cNvSpPr txBox="1">
            <a:spLocks noChangeArrowheads="1"/>
          </p:cNvSpPr>
          <p:nvPr/>
        </p:nvSpPr>
        <p:spPr bwMode="auto">
          <a:xfrm>
            <a:off x="6394450" y="418973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(kg)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93" name="직사각형 66"/>
          <p:cNvSpPr>
            <a:spLocks noChangeArrowheads="1"/>
          </p:cNvSpPr>
          <p:nvPr/>
        </p:nvSpPr>
        <p:spPr bwMode="auto">
          <a:xfrm>
            <a:off x="7464425" y="418814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94" name="TextBox 65"/>
          <p:cNvSpPr txBox="1">
            <a:spLocks noChangeArrowheads="1"/>
          </p:cNvSpPr>
          <p:nvPr/>
        </p:nvSpPr>
        <p:spPr bwMode="auto">
          <a:xfrm>
            <a:off x="6383338" y="44469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유통기한일수</a:t>
            </a:r>
          </a:p>
        </p:txBody>
      </p:sp>
      <p:sp>
        <p:nvSpPr>
          <p:cNvPr id="22695" name="직사각형 66"/>
          <p:cNvSpPr>
            <a:spLocks noChangeArrowheads="1"/>
          </p:cNvSpPr>
          <p:nvPr/>
        </p:nvSpPr>
        <p:spPr bwMode="auto">
          <a:xfrm>
            <a:off x="7451725" y="4445323"/>
            <a:ext cx="379413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96" name="직사각형 33"/>
          <p:cNvSpPr>
            <a:spLocks noChangeArrowheads="1"/>
          </p:cNvSpPr>
          <p:nvPr/>
        </p:nvSpPr>
        <p:spPr bwMode="auto">
          <a:xfrm>
            <a:off x="8308975" y="443738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97" name="직사각형 66"/>
          <p:cNvSpPr>
            <a:spLocks noChangeArrowheads="1"/>
          </p:cNvSpPr>
          <p:nvPr/>
        </p:nvSpPr>
        <p:spPr bwMode="auto">
          <a:xfrm>
            <a:off x="7891463" y="4438973"/>
            <a:ext cx="41910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sp>
        <p:nvSpPr>
          <p:cNvPr id="22698" name="TextBox 65"/>
          <p:cNvSpPr txBox="1">
            <a:spLocks noChangeArrowheads="1"/>
          </p:cNvSpPr>
          <p:nvPr/>
        </p:nvSpPr>
        <p:spPr bwMode="auto">
          <a:xfrm>
            <a:off x="6394450" y="336741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보관온도구분</a:t>
            </a:r>
          </a:p>
        </p:txBody>
      </p:sp>
      <p:sp>
        <p:nvSpPr>
          <p:cNvPr id="22699" name="직사각형 66"/>
          <p:cNvSpPr>
            <a:spLocks noChangeArrowheads="1"/>
          </p:cNvSpPr>
          <p:nvPr/>
        </p:nvSpPr>
        <p:spPr bwMode="auto">
          <a:xfrm>
            <a:off x="7462838" y="33658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00" name="직사각형 33"/>
          <p:cNvSpPr>
            <a:spLocks noChangeArrowheads="1"/>
          </p:cNvSpPr>
          <p:nvPr/>
        </p:nvSpPr>
        <p:spPr bwMode="auto">
          <a:xfrm>
            <a:off x="8316913" y="33674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701" name="TextBox 65"/>
          <p:cNvSpPr txBox="1">
            <a:spLocks noChangeArrowheads="1"/>
          </p:cNvSpPr>
          <p:nvPr/>
        </p:nvSpPr>
        <p:spPr bwMode="auto">
          <a:xfrm>
            <a:off x="3405188" y="33547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제품구분</a:t>
            </a:r>
          </a:p>
        </p:txBody>
      </p:sp>
      <p:sp>
        <p:nvSpPr>
          <p:cNvPr id="22702" name="직사각형 66"/>
          <p:cNvSpPr>
            <a:spLocks noChangeArrowheads="1"/>
          </p:cNvSpPr>
          <p:nvPr/>
        </p:nvSpPr>
        <p:spPr bwMode="auto">
          <a:xfrm>
            <a:off x="4473575" y="33531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03" name="직사각형 33"/>
          <p:cNvSpPr>
            <a:spLocks noChangeArrowheads="1"/>
          </p:cNvSpPr>
          <p:nvPr/>
        </p:nvSpPr>
        <p:spPr bwMode="auto">
          <a:xfrm>
            <a:off x="5327650" y="33547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704" name="TextBox 65"/>
          <p:cNvSpPr txBox="1">
            <a:spLocks noChangeArrowheads="1"/>
          </p:cNvSpPr>
          <p:nvPr/>
        </p:nvSpPr>
        <p:spPr bwMode="auto">
          <a:xfrm>
            <a:off x="6389688" y="392462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과세여부</a:t>
            </a:r>
          </a:p>
        </p:txBody>
      </p:sp>
      <p:sp>
        <p:nvSpPr>
          <p:cNvPr id="22705" name="직사각형 66"/>
          <p:cNvSpPr>
            <a:spLocks noChangeArrowheads="1"/>
          </p:cNvSpPr>
          <p:nvPr/>
        </p:nvSpPr>
        <p:spPr bwMode="auto">
          <a:xfrm>
            <a:off x="7458075" y="392303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06" name="직사각형 33"/>
          <p:cNvSpPr>
            <a:spLocks noChangeArrowheads="1"/>
          </p:cNvSpPr>
          <p:nvPr/>
        </p:nvSpPr>
        <p:spPr bwMode="auto">
          <a:xfrm>
            <a:off x="8312150" y="392462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707" name="TextBox 65"/>
          <p:cNvSpPr txBox="1">
            <a:spLocks noChangeArrowheads="1"/>
          </p:cNvSpPr>
          <p:nvPr/>
        </p:nvSpPr>
        <p:spPr bwMode="auto">
          <a:xfrm>
            <a:off x="384175" y="365792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제품대분류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08" name="직사각형 66"/>
          <p:cNvSpPr>
            <a:spLocks noChangeArrowheads="1"/>
          </p:cNvSpPr>
          <p:nvPr/>
        </p:nvSpPr>
        <p:spPr bwMode="auto">
          <a:xfrm>
            <a:off x="1452563" y="365633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09" name="TextBox 65"/>
          <p:cNvSpPr txBox="1">
            <a:spLocks noChangeArrowheads="1"/>
          </p:cNvSpPr>
          <p:nvPr/>
        </p:nvSpPr>
        <p:spPr bwMode="auto">
          <a:xfrm>
            <a:off x="6394450" y="365474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제품소분류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0" name="직사각형 66"/>
          <p:cNvSpPr>
            <a:spLocks noChangeArrowheads="1"/>
          </p:cNvSpPr>
          <p:nvPr/>
        </p:nvSpPr>
        <p:spPr bwMode="auto">
          <a:xfrm>
            <a:off x="7462838" y="365316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1" name="TextBox 65"/>
          <p:cNvSpPr txBox="1">
            <a:spLocks noChangeArrowheads="1"/>
          </p:cNvSpPr>
          <p:nvPr/>
        </p:nvSpPr>
        <p:spPr bwMode="auto">
          <a:xfrm>
            <a:off x="3405188" y="364204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제품중분류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2" name="직사각형 66"/>
          <p:cNvSpPr>
            <a:spLocks noChangeArrowheads="1"/>
          </p:cNvSpPr>
          <p:nvPr/>
        </p:nvSpPr>
        <p:spPr bwMode="auto">
          <a:xfrm>
            <a:off x="4473575" y="364046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3" name="직사각형 48"/>
          <p:cNvSpPr>
            <a:spLocks noChangeArrowheads="1"/>
          </p:cNvSpPr>
          <p:nvPr/>
        </p:nvSpPr>
        <p:spPr bwMode="auto">
          <a:xfrm>
            <a:off x="2492375" y="366268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직사각형 66"/>
          <p:cNvSpPr>
            <a:spLocks noChangeArrowheads="1"/>
          </p:cNvSpPr>
          <p:nvPr/>
        </p:nvSpPr>
        <p:spPr bwMode="auto">
          <a:xfrm>
            <a:off x="2689225" y="3661098"/>
            <a:ext cx="647700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직사각형 66"/>
          <p:cNvSpPr>
            <a:spLocks noChangeArrowheads="1"/>
          </p:cNvSpPr>
          <p:nvPr/>
        </p:nvSpPr>
        <p:spPr bwMode="auto">
          <a:xfrm>
            <a:off x="5721350" y="3642048"/>
            <a:ext cx="649288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6" name="직사각형 48"/>
          <p:cNvSpPr>
            <a:spLocks noChangeArrowheads="1"/>
          </p:cNvSpPr>
          <p:nvPr/>
        </p:nvSpPr>
        <p:spPr bwMode="auto">
          <a:xfrm>
            <a:off x="5535613" y="364046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8" name="직사각형 66"/>
          <p:cNvSpPr>
            <a:spLocks noChangeArrowheads="1"/>
          </p:cNvSpPr>
          <p:nvPr/>
        </p:nvSpPr>
        <p:spPr bwMode="auto">
          <a:xfrm>
            <a:off x="8694738" y="3664273"/>
            <a:ext cx="647700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8" name="직사각형 48"/>
          <p:cNvSpPr>
            <a:spLocks noChangeArrowheads="1"/>
          </p:cNvSpPr>
          <p:nvPr/>
        </p:nvSpPr>
        <p:spPr bwMode="auto">
          <a:xfrm>
            <a:off x="8509000" y="366427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19" name="TextBox 65"/>
          <p:cNvSpPr txBox="1">
            <a:spLocks noChangeArrowheads="1"/>
          </p:cNvSpPr>
          <p:nvPr/>
        </p:nvSpPr>
        <p:spPr bwMode="auto">
          <a:xfrm>
            <a:off x="3414713" y="395002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출고단가</a:t>
            </a:r>
          </a:p>
        </p:txBody>
      </p:sp>
      <p:sp>
        <p:nvSpPr>
          <p:cNvPr id="22720" name="직사각형 66"/>
          <p:cNvSpPr>
            <a:spLocks noChangeArrowheads="1"/>
          </p:cNvSpPr>
          <p:nvPr/>
        </p:nvSpPr>
        <p:spPr bwMode="auto">
          <a:xfrm>
            <a:off x="4483100" y="394843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21" name="TextBox 65"/>
          <p:cNvSpPr txBox="1">
            <a:spLocks noChangeArrowheads="1"/>
          </p:cNvSpPr>
          <p:nvPr/>
        </p:nvSpPr>
        <p:spPr bwMode="auto">
          <a:xfrm>
            <a:off x="6380163" y="4999012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계절성여부</a:t>
            </a:r>
          </a:p>
        </p:txBody>
      </p:sp>
      <p:sp>
        <p:nvSpPr>
          <p:cNvPr id="22722" name="직사각형 66"/>
          <p:cNvSpPr>
            <a:spLocks noChangeArrowheads="1"/>
          </p:cNvSpPr>
          <p:nvPr/>
        </p:nvSpPr>
        <p:spPr bwMode="auto">
          <a:xfrm>
            <a:off x="7448550" y="4997425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23" name="직사각형 33"/>
          <p:cNvSpPr>
            <a:spLocks noChangeArrowheads="1"/>
          </p:cNvSpPr>
          <p:nvPr/>
        </p:nvSpPr>
        <p:spPr bwMode="auto">
          <a:xfrm>
            <a:off x="8302625" y="499901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724" name="TextBox 65"/>
          <p:cNvSpPr txBox="1">
            <a:spLocks noChangeArrowheads="1"/>
          </p:cNvSpPr>
          <p:nvPr/>
        </p:nvSpPr>
        <p:spPr bwMode="auto">
          <a:xfrm>
            <a:off x="363538" y="47263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적치전략</a:t>
            </a:r>
          </a:p>
        </p:txBody>
      </p:sp>
      <p:sp>
        <p:nvSpPr>
          <p:cNvPr id="22725" name="직사각형 66"/>
          <p:cNvSpPr>
            <a:spLocks noChangeArrowheads="1"/>
          </p:cNvSpPr>
          <p:nvPr/>
        </p:nvSpPr>
        <p:spPr bwMode="auto">
          <a:xfrm>
            <a:off x="1431925" y="47247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26" name="직사각형 33"/>
          <p:cNvSpPr>
            <a:spLocks noChangeArrowheads="1"/>
          </p:cNvSpPr>
          <p:nvPr/>
        </p:nvSpPr>
        <p:spPr bwMode="auto">
          <a:xfrm>
            <a:off x="2286000" y="47263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727" name="TextBox 65"/>
          <p:cNvSpPr txBox="1">
            <a:spLocks noChangeArrowheads="1"/>
          </p:cNvSpPr>
          <p:nvPr/>
        </p:nvSpPr>
        <p:spPr bwMode="auto">
          <a:xfrm>
            <a:off x="3414713" y="47263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할당전략</a:t>
            </a:r>
          </a:p>
        </p:txBody>
      </p:sp>
      <p:sp>
        <p:nvSpPr>
          <p:cNvPr id="22728" name="직사각형 66"/>
          <p:cNvSpPr>
            <a:spLocks noChangeArrowheads="1"/>
          </p:cNvSpPr>
          <p:nvPr/>
        </p:nvSpPr>
        <p:spPr bwMode="auto">
          <a:xfrm>
            <a:off x="4483100" y="47247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29" name="직사각형 33"/>
          <p:cNvSpPr>
            <a:spLocks noChangeArrowheads="1"/>
          </p:cNvSpPr>
          <p:nvPr/>
        </p:nvSpPr>
        <p:spPr bwMode="auto">
          <a:xfrm>
            <a:off x="5337175" y="47263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730" name="TextBox 65"/>
          <p:cNvSpPr txBox="1">
            <a:spLocks noChangeArrowheads="1"/>
          </p:cNvSpPr>
          <p:nvPr/>
        </p:nvSpPr>
        <p:spPr bwMode="auto">
          <a:xfrm>
            <a:off x="3414713" y="501523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세트제품여부</a:t>
            </a:r>
          </a:p>
        </p:txBody>
      </p:sp>
      <p:sp>
        <p:nvSpPr>
          <p:cNvPr id="22731" name="직사각형 66"/>
          <p:cNvSpPr>
            <a:spLocks noChangeArrowheads="1"/>
          </p:cNvSpPr>
          <p:nvPr/>
        </p:nvSpPr>
        <p:spPr bwMode="auto">
          <a:xfrm>
            <a:off x="4483100" y="501364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32" name="직사각형 33"/>
          <p:cNvSpPr>
            <a:spLocks noChangeArrowheads="1"/>
          </p:cNvSpPr>
          <p:nvPr/>
        </p:nvSpPr>
        <p:spPr bwMode="auto">
          <a:xfrm>
            <a:off x="5343525" y="501364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22733" name="그룹 52"/>
          <p:cNvGrpSpPr>
            <a:grpSpLocks/>
          </p:cNvGrpSpPr>
          <p:nvPr/>
        </p:nvGrpSpPr>
        <p:grpSpPr bwMode="auto">
          <a:xfrm>
            <a:off x="384175" y="3367410"/>
            <a:ext cx="2071688" cy="230188"/>
            <a:chOff x="3238492" y="1428736"/>
            <a:chExt cx="2071698" cy="230832"/>
          </a:xfrm>
        </p:grpSpPr>
        <p:sp>
          <p:nvSpPr>
            <p:cNvPr id="2273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22738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734" name="직사각형 48"/>
          <p:cNvSpPr>
            <a:spLocks noChangeArrowheads="1"/>
          </p:cNvSpPr>
          <p:nvPr/>
        </p:nvSpPr>
        <p:spPr bwMode="auto">
          <a:xfrm>
            <a:off x="2493963" y="337217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직사각형 66"/>
          <p:cNvSpPr>
            <a:spLocks noChangeArrowheads="1"/>
          </p:cNvSpPr>
          <p:nvPr/>
        </p:nvSpPr>
        <p:spPr bwMode="auto">
          <a:xfrm>
            <a:off x="2690813" y="3370585"/>
            <a:ext cx="649287" cy="2143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36" name="TextBox 65"/>
          <p:cNvSpPr txBox="1">
            <a:spLocks noChangeArrowheads="1"/>
          </p:cNvSpPr>
          <p:nvPr/>
        </p:nvSpPr>
        <p:spPr bwMode="auto">
          <a:xfrm>
            <a:off x="368301" y="5289872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대체제품</a:t>
            </a:r>
          </a:p>
        </p:txBody>
      </p:sp>
      <p:sp>
        <p:nvSpPr>
          <p:cNvPr id="108" name="TextBox 65"/>
          <p:cNvSpPr txBox="1">
            <a:spLocks noChangeArrowheads="1"/>
          </p:cNvSpPr>
          <p:nvPr/>
        </p:nvSpPr>
        <p:spPr bwMode="auto">
          <a:xfrm>
            <a:off x="6383338" y="4731097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속성전략</a:t>
            </a:r>
          </a:p>
        </p:txBody>
      </p:sp>
      <p:sp>
        <p:nvSpPr>
          <p:cNvPr id="109" name="직사각형 66"/>
          <p:cNvSpPr>
            <a:spLocks noChangeArrowheads="1"/>
          </p:cNvSpPr>
          <p:nvPr/>
        </p:nvSpPr>
        <p:spPr bwMode="auto">
          <a:xfrm>
            <a:off x="7451725" y="4729510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직사각형 33"/>
          <p:cNvSpPr>
            <a:spLocks noChangeArrowheads="1"/>
          </p:cNvSpPr>
          <p:nvPr/>
        </p:nvSpPr>
        <p:spPr bwMode="auto">
          <a:xfrm>
            <a:off x="8305800" y="4731097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1" name="직사각형 66"/>
          <p:cNvSpPr>
            <a:spLocks noChangeArrowheads="1"/>
          </p:cNvSpPr>
          <p:nvPr/>
        </p:nvSpPr>
        <p:spPr bwMode="auto">
          <a:xfrm>
            <a:off x="1443436" y="5265738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48"/>
          <p:cNvSpPr>
            <a:spLocks noChangeArrowheads="1"/>
          </p:cNvSpPr>
          <p:nvPr/>
        </p:nvSpPr>
        <p:spPr bwMode="auto">
          <a:xfrm>
            <a:off x="2483248" y="527208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66"/>
          <p:cNvSpPr>
            <a:spLocks noChangeArrowheads="1"/>
          </p:cNvSpPr>
          <p:nvPr/>
        </p:nvSpPr>
        <p:spPr bwMode="auto">
          <a:xfrm>
            <a:off x="2680098" y="5270501"/>
            <a:ext cx="647700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센터관리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7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458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23" name="한쪽 모서리가 둥근 사각형 122"/>
          <p:cNvSpPr/>
          <p:nvPr/>
        </p:nvSpPr>
        <p:spPr bwMode="auto">
          <a:xfrm>
            <a:off x="992188" y="5548313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센터관리</a:t>
            </a:r>
          </a:p>
        </p:txBody>
      </p:sp>
      <p:sp>
        <p:nvSpPr>
          <p:cNvPr id="24582" name="직사각형 54"/>
          <p:cNvSpPr>
            <a:spLocks noChangeArrowheads="1"/>
          </p:cNvSpPr>
          <p:nvPr/>
        </p:nvSpPr>
        <p:spPr bwMode="auto">
          <a:xfrm>
            <a:off x="319088" y="5764213"/>
            <a:ext cx="9190037" cy="6318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83" name="직사각형 51"/>
          <p:cNvSpPr>
            <a:spLocks noChangeArrowheads="1"/>
          </p:cNvSpPr>
          <p:nvPr/>
        </p:nvSpPr>
        <p:spPr bwMode="auto">
          <a:xfrm>
            <a:off x="7877175" y="55419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4584" name="직사각형 51"/>
          <p:cNvSpPr>
            <a:spLocks noChangeArrowheads="1"/>
          </p:cNvSpPr>
          <p:nvPr/>
        </p:nvSpPr>
        <p:spPr bwMode="auto">
          <a:xfrm>
            <a:off x="8439150" y="55419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4585" name="직사각형 51"/>
          <p:cNvSpPr>
            <a:spLocks noChangeArrowheads="1"/>
          </p:cNvSpPr>
          <p:nvPr/>
        </p:nvSpPr>
        <p:spPr bwMode="auto">
          <a:xfrm>
            <a:off x="9010650" y="55419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graphicFrame>
        <p:nvGraphicFramePr>
          <p:cNvPr id="7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91694"/>
              </p:ext>
            </p:extLst>
          </p:nvPr>
        </p:nvGraphicFramePr>
        <p:xfrm>
          <a:off x="369888" y="5876925"/>
          <a:ext cx="8615560" cy="428626"/>
        </p:xfrm>
        <a:graphic>
          <a:graphicData uri="http://schemas.openxmlformats.org/drawingml/2006/table">
            <a:tbl>
              <a:tblPr/>
              <a:tblGrid>
                <a:gridCol w="28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090">
                  <a:extLst>
                    <a:ext uri="{9D8B030D-6E8A-4147-A177-3AD203B41FA5}">
                      <a16:colId xmlns:a16="http://schemas.microsoft.com/office/drawing/2014/main" val="3106978676"/>
                    </a:ext>
                  </a:extLst>
                </a:gridCol>
                <a:gridCol w="1217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7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8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9281">
                  <a:extLst>
                    <a:ext uri="{9D8B030D-6E8A-4147-A177-3AD203B41FA5}">
                      <a16:colId xmlns:a16="http://schemas.microsoft.com/office/drawing/2014/main" val="40347974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상위물류센터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적정재고일수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보충최소수량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보충최대수량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보충전략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한쪽 모서리가 둥근 사각형 70"/>
          <p:cNvSpPr/>
          <p:nvPr/>
        </p:nvSpPr>
        <p:spPr bwMode="auto">
          <a:xfrm>
            <a:off x="319088" y="5548313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en-US" altLang="ko-KR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UOM</a:t>
            </a: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24671" name="TextBox 65"/>
          <p:cNvSpPr txBox="1">
            <a:spLocks noChangeArrowheads="1"/>
          </p:cNvSpPr>
          <p:nvPr/>
        </p:nvSpPr>
        <p:spPr bwMode="auto">
          <a:xfrm>
            <a:off x="438150" y="1312863"/>
            <a:ext cx="7270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4672" name="직사각형 66"/>
          <p:cNvSpPr>
            <a:spLocks noChangeArrowheads="1"/>
          </p:cNvSpPr>
          <p:nvPr/>
        </p:nvSpPr>
        <p:spPr bwMode="auto">
          <a:xfrm>
            <a:off x="12446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75" name="직사각형 48"/>
          <p:cNvSpPr>
            <a:spLocks noChangeArrowheads="1"/>
          </p:cNvSpPr>
          <p:nvPr/>
        </p:nvSpPr>
        <p:spPr bwMode="auto">
          <a:xfrm>
            <a:off x="2279650" y="1312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76" name="TextBox 65"/>
          <p:cNvSpPr txBox="1">
            <a:spLocks noChangeArrowheads="1"/>
          </p:cNvSpPr>
          <p:nvPr/>
        </p:nvSpPr>
        <p:spPr bwMode="auto">
          <a:xfrm>
            <a:off x="353853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</p:txBody>
      </p:sp>
      <p:sp>
        <p:nvSpPr>
          <p:cNvPr id="24677" name="직사각형 66"/>
          <p:cNvSpPr>
            <a:spLocks noChangeArrowheads="1"/>
          </p:cNvSpPr>
          <p:nvPr/>
        </p:nvSpPr>
        <p:spPr bwMode="auto">
          <a:xfrm>
            <a:off x="45339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78" name="직사각형 66"/>
          <p:cNvSpPr>
            <a:spLocks noChangeArrowheads="1"/>
          </p:cNvSpPr>
          <p:nvPr/>
        </p:nvSpPr>
        <p:spPr bwMode="auto">
          <a:xfrm>
            <a:off x="57531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79" name="직사각형 48"/>
          <p:cNvSpPr>
            <a:spLocks noChangeArrowheads="1"/>
          </p:cNvSpPr>
          <p:nvPr/>
        </p:nvSpPr>
        <p:spPr bwMode="auto">
          <a:xfrm>
            <a:off x="5570538" y="1312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84" name="직사각형 66"/>
          <p:cNvSpPr>
            <a:spLocks noChangeArrowheads="1"/>
          </p:cNvSpPr>
          <p:nvPr/>
        </p:nvSpPr>
        <p:spPr bwMode="auto">
          <a:xfrm>
            <a:off x="245745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40176"/>
              </p:ext>
            </p:extLst>
          </p:nvPr>
        </p:nvGraphicFramePr>
        <p:xfrm>
          <a:off x="355600" y="1921917"/>
          <a:ext cx="8999538" cy="428626"/>
        </p:xfrm>
        <a:graphic>
          <a:graphicData uri="http://schemas.openxmlformats.org/drawingml/2006/table">
            <a:tbl>
              <a:tblPr/>
              <a:tblGrid>
                <a:gridCol w="22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28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522">
                  <a:extLst>
                    <a:ext uri="{9D8B030D-6E8A-4147-A177-3AD203B41FA5}">
                      <a16:colId xmlns:a16="http://schemas.microsoft.com/office/drawing/2014/main" val="232709162"/>
                    </a:ext>
                  </a:extLst>
                </a:gridCol>
                <a:gridCol w="527522">
                  <a:extLst>
                    <a:ext uri="{9D8B030D-6E8A-4147-A177-3AD203B41FA5}">
                      <a16:colId xmlns:a16="http://schemas.microsoft.com/office/drawing/2014/main" val="2461849410"/>
                    </a:ext>
                  </a:extLst>
                </a:gridCol>
                <a:gridCol w="527522">
                  <a:extLst>
                    <a:ext uri="{9D8B030D-6E8A-4147-A177-3AD203B41FA5}">
                      <a16:colId xmlns:a16="http://schemas.microsoft.com/office/drawing/2014/main" val="4054672268"/>
                    </a:ext>
                  </a:extLst>
                </a:gridCol>
                <a:gridCol w="504034">
                  <a:extLst>
                    <a:ext uri="{9D8B030D-6E8A-4147-A177-3AD203B41FA5}">
                      <a16:colId xmlns:a16="http://schemas.microsoft.com/office/drawing/2014/main" val="148166994"/>
                    </a:ext>
                  </a:extLst>
                </a:gridCol>
                <a:gridCol w="504034">
                  <a:extLst>
                    <a:ext uri="{9D8B030D-6E8A-4147-A177-3AD203B41FA5}">
                      <a16:colId xmlns:a16="http://schemas.microsoft.com/office/drawing/2014/main" val="4053949855"/>
                    </a:ext>
                  </a:extLst>
                </a:gridCol>
                <a:gridCol w="576039">
                  <a:extLst>
                    <a:ext uri="{9D8B030D-6E8A-4147-A177-3AD203B41FA5}">
                      <a16:colId xmlns:a16="http://schemas.microsoft.com/office/drawing/2014/main" val="2445703039"/>
                    </a:ext>
                  </a:extLst>
                </a:gridCol>
                <a:gridCol w="288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0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0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60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제품군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대분류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중분류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소분류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입고단가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출고단가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과세여부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(CBM)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" name="직사각형 54"/>
          <p:cNvSpPr>
            <a:spLocks noChangeArrowheads="1"/>
          </p:cNvSpPr>
          <p:nvPr/>
        </p:nvSpPr>
        <p:spPr bwMode="auto">
          <a:xfrm>
            <a:off x="309563" y="1813967"/>
            <a:ext cx="9215437" cy="1149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55"/>
          <p:cNvSpPr txBox="1">
            <a:spLocks noChangeArrowheads="1"/>
          </p:cNvSpPr>
          <p:nvPr/>
        </p:nvSpPr>
        <p:spPr bwMode="auto">
          <a:xfrm>
            <a:off x="381000" y="1690142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목록</a:t>
            </a:r>
          </a:p>
        </p:txBody>
      </p:sp>
      <p:sp>
        <p:nvSpPr>
          <p:cNvPr id="110" name="직사각형 51"/>
          <p:cNvSpPr>
            <a:spLocks noChangeArrowheads="1"/>
          </p:cNvSpPr>
          <p:nvPr/>
        </p:nvSpPr>
        <p:spPr bwMode="auto">
          <a:xfrm>
            <a:off x="848836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11" name="직사각형 51"/>
          <p:cNvSpPr>
            <a:spLocks noChangeArrowheads="1"/>
          </p:cNvSpPr>
          <p:nvPr/>
        </p:nvSpPr>
        <p:spPr bwMode="auto">
          <a:xfrm>
            <a:off x="685641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12" name="직사각형 51"/>
          <p:cNvSpPr>
            <a:spLocks noChangeArrowheads="1"/>
          </p:cNvSpPr>
          <p:nvPr/>
        </p:nvSpPr>
        <p:spPr bwMode="auto">
          <a:xfrm>
            <a:off x="740251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13" name="직사각형 51"/>
          <p:cNvSpPr>
            <a:spLocks noChangeArrowheads="1"/>
          </p:cNvSpPr>
          <p:nvPr/>
        </p:nvSpPr>
        <p:spPr bwMode="auto">
          <a:xfrm>
            <a:off x="7948613" y="155679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14" name="직사각형 54"/>
          <p:cNvSpPr>
            <a:spLocks noChangeArrowheads="1"/>
          </p:cNvSpPr>
          <p:nvPr/>
        </p:nvSpPr>
        <p:spPr bwMode="auto">
          <a:xfrm>
            <a:off x="309563" y="3022056"/>
            <a:ext cx="9215437" cy="246910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51"/>
          <p:cNvSpPr>
            <a:spLocks noChangeArrowheads="1"/>
          </p:cNvSpPr>
          <p:nvPr/>
        </p:nvSpPr>
        <p:spPr bwMode="auto">
          <a:xfrm>
            <a:off x="9026525" y="1556792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16" name="직사각형 51"/>
          <p:cNvSpPr>
            <a:spLocks noChangeArrowheads="1"/>
          </p:cNvSpPr>
          <p:nvPr/>
        </p:nvSpPr>
        <p:spPr bwMode="auto">
          <a:xfrm>
            <a:off x="6213475" y="1556792"/>
            <a:ext cx="585788" cy="204787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라벨발행</a:t>
            </a:r>
          </a:p>
        </p:txBody>
      </p:sp>
      <p:graphicFrame>
        <p:nvGraphicFramePr>
          <p:cNvPr id="11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919173"/>
              </p:ext>
            </p:extLst>
          </p:nvPr>
        </p:nvGraphicFramePr>
        <p:xfrm>
          <a:off x="355600" y="2436267"/>
          <a:ext cx="8778876" cy="428626"/>
        </p:xfrm>
        <a:graphic>
          <a:graphicData uri="http://schemas.openxmlformats.org/drawingml/2006/table">
            <a:tbl>
              <a:tblPr/>
              <a:tblGrid>
                <a:gridCol w="690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716">
                  <a:extLst>
                    <a:ext uri="{9D8B030D-6E8A-4147-A177-3AD203B41FA5}">
                      <a16:colId xmlns:a16="http://schemas.microsoft.com/office/drawing/2014/main" val="1600383249"/>
                    </a:ext>
                  </a:extLst>
                </a:gridCol>
                <a:gridCol w="741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0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99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1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유통기한일수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적치전략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할당전략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세트제품여부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보관온도구분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계절성여부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(UOM)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9" name="TextBox 65"/>
          <p:cNvSpPr txBox="1">
            <a:spLocks noChangeArrowheads="1"/>
          </p:cNvSpPr>
          <p:nvPr/>
        </p:nvSpPr>
        <p:spPr bwMode="auto">
          <a:xfrm>
            <a:off x="3424238" y="5287044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120" name="직사각형 66"/>
          <p:cNvSpPr>
            <a:spLocks noChangeArrowheads="1"/>
          </p:cNvSpPr>
          <p:nvPr/>
        </p:nvSpPr>
        <p:spPr bwMode="auto">
          <a:xfrm>
            <a:off x="4482577" y="5285457"/>
            <a:ext cx="187200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1" name="그룹 52"/>
          <p:cNvGrpSpPr>
            <a:grpSpLocks/>
          </p:cNvGrpSpPr>
          <p:nvPr/>
        </p:nvGrpSpPr>
        <p:grpSpPr bwMode="auto">
          <a:xfrm>
            <a:off x="6391275" y="3083248"/>
            <a:ext cx="2071688" cy="230187"/>
            <a:chOff x="3238492" y="1428736"/>
            <a:chExt cx="2071698" cy="230832"/>
          </a:xfrm>
        </p:grpSpPr>
        <p:sp>
          <p:nvSpPr>
            <p:cNvPr id="1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제품규격</a:t>
              </a:r>
            </a:p>
          </p:txBody>
        </p:sp>
        <p:sp>
          <p:nvSpPr>
            <p:cNvPr id="124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5" name="TextBox 65"/>
          <p:cNvSpPr txBox="1">
            <a:spLocks noChangeArrowheads="1"/>
          </p:cNvSpPr>
          <p:nvPr/>
        </p:nvSpPr>
        <p:spPr bwMode="auto">
          <a:xfrm>
            <a:off x="384175" y="309118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</a:p>
        </p:txBody>
      </p:sp>
      <p:sp>
        <p:nvSpPr>
          <p:cNvPr id="126" name="직사각형 66"/>
          <p:cNvSpPr>
            <a:spLocks noChangeArrowheads="1"/>
          </p:cNvSpPr>
          <p:nvPr/>
        </p:nvSpPr>
        <p:spPr bwMode="auto">
          <a:xfrm>
            <a:off x="1465263" y="309118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TextBox 65"/>
          <p:cNvSpPr txBox="1">
            <a:spLocks noChangeArrowheads="1"/>
          </p:cNvSpPr>
          <p:nvPr/>
        </p:nvSpPr>
        <p:spPr bwMode="auto">
          <a:xfrm>
            <a:off x="3424238" y="307054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</a:p>
        </p:txBody>
      </p:sp>
      <p:sp>
        <p:nvSpPr>
          <p:cNvPr id="128" name="직사각형 66"/>
          <p:cNvSpPr>
            <a:spLocks noChangeArrowheads="1"/>
          </p:cNvSpPr>
          <p:nvPr/>
        </p:nvSpPr>
        <p:spPr bwMode="auto">
          <a:xfrm>
            <a:off x="4492625" y="306896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TextBox 65"/>
          <p:cNvSpPr txBox="1">
            <a:spLocks noChangeArrowheads="1"/>
          </p:cNvSpPr>
          <p:nvPr/>
        </p:nvSpPr>
        <p:spPr bwMode="auto">
          <a:xfrm>
            <a:off x="377825" y="449136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박스바코드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66"/>
          <p:cNvSpPr>
            <a:spLocks noChangeArrowheads="1"/>
          </p:cNvSpPr>
          <p:nvPr/>
        </p:nvSpPr>
        <p:spPr bwMode="auto">
          <a:xfrm>
            <a:off x="1446213" y="448977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TextBox 65"/>
          <p:cNvSpPr txBox="1">
            <a:spLocks noChangeArrowheads="1"/>
          </p:cNvSpPr>
          <p:nvPr/>
        </p:nvSpPr>
        <p:spPr bwMode="auto">
          <a:xfrm>
            <a:off x="3425825" y="448659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제품바코드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직사각형 66"/>
          <p:cNvSpPr>
            <a:spLocks noChangeArrowheads="1"/>
          </p:cNvSpPr>
          <p:nvPr/>
        </p:nvSpPr>
        <p:spPr bwMode="auto">
          <a:xfrm>
            <a:off x="4494213" y="448501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" name="TextBox 65"/>
          <p:cNvSpPr txBox="1">
            <a:spLocks noChangeArrowheads="1"/>
          </p:cNvSpPr>
          <p:nvPr/>
        </p:nvSpPr>
        <p:spPr bwMode="auto">
          <a:xfrm>
            <a:off x="6393160" y="5257675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134" name="직사각형 66"/>
          <p:cNvSpPr>
            <a:spLocks noChangeArrowheads="1"/>
          </p:cNvSpPr>
          <p:nvPr/>
        </p:nvSpPr>
        <p:spPr bwMode="auto">
          <a:xfrm>
            <a:off x="7461548" y="5256087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직사각형 33"/>
          <p:cNvSpPr>
            <a:spLocks noChangeArrowheads="1"/>
          </p:cNvSpPr>
          <p:nvPr/>
        </p:nvSpPr>
        <p:spPr bwMode="auto">
          <a:xfrm>
            <a:off x="8321973" y="5256087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36" name="TextBox 65"/>
          <p:cNvSpPr txBox="1">
            <a:spLocks noChangeArrowheads="1"/>
          </p:cNvSpPr>
          <p:nvPr/>
        </p:nvSpPr>
        <p:spPr bwMode="auto">
          <a:xfrm>
            <a:off x="381000" y="395002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입고단가</a:t>
            </a:r>
          </a:p>
        </p:txBody>
      </p:sp>
      <p:sp>
        <p:nvSpPr>
          <p:cNvPr id="137" name="직사각형 66"/>
          <p:cNvSpPr>
            <a:spLocks noChangeArrowheads="1"/>
          </p:cNvSpPr>
          <p:nvPr/>
        </p:nvSpPr>
        <p:spPr bwMode="auto">
          <a:xfrm>
            <a:off x="1449388" y="394843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TextBox 65"/>
          <p:cNvSpPr txBox="1">
            <a:spLocks noChangeArrowheads="1"/>
          </p:cNvSpPr>
          <p:nvPr/>
        </p:nvSpPr>
        <p:spPr bwMode="auto">
          <a:xfrm>
            <a:off x="365125" y="500059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UOM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직사각형 66"/>
          <p:cNvSpPr>
            <a:spLocks noChangeArrowheads="1"/>
          </p:cNvSpPr>
          <p:nvPr/>
        </p:nvSpPr>
        <p:spPr bwMode="auto">
          <a:xfrm>
            <a:off x="1444625" y="5000593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직사각형 48"/>
          <p:cNvSpPr>
            <a:spLocks noChangeArrowheads="1"/>
          </p:cNvSpPr>
          <p:nvPr/>
        </p:nvSpPr>
        <p:spPr bwMode="auto">
          <a:xfrm>
            <a:off x="2311400" y="4993080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41" name="직사각형 66"/>
          <p:cNvSpPr>
            <a:spLocks noChangeArrowheads="1"/>
          </p:cNvSpPr>
          <p:nvPr/>
        </p:nvSpPr>
        <p:spPr bwMode="auto">
          <a:xfrm>
            <a:off x="1452563" y="4184973"/>
            <a:ext cx="214312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직사각형 66"/>
          <p:cNvSpPr>
            <a:spLocks noChangeArrowheads="1"/>
          </p:cNvSpPr>
          <p:nvPr/>
        </p:nvSpPr>
        <p:spPr bwMode="auto">
          <a:xfrm>
            <a:off x="2238375" y="4184973"/>
            <a:ext cx="214313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Box 65"/>
          <p:cNvSpPr txBox="1">
            <a:spLocks noChangeArrowheads="1"/>
          </p:cNvSpPr>
          <p:nvPr/>
        </p:nvSpPr>
        <p:spPr bwMode="auto">
          <a:xfrm>
            <a:off x="1649413" y="4156398"/>
            <a:ext cx="2143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TextBox 65"/>
          <p:cNvSpPr txBox="1">
            <a:spLocks noChangeArrowheads="1"/>
          </p:cNvSpPr>
          <p:nvPr/>
        </p:nvSpPr>
        <p:spPr bwMode="auto">
          <a:xfrm>
            <a:off x="2043113" y="4156398"/>
            <a:ext cx="2143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TextBox 65"/>
          <p:cNvSpPr txBox="1">
            <a:spLocks noChangeArrowheads="1"/>
          </p:cNvSpPr>
          <p:nvPr/>
        </p:nvSpPr>
        <p:spPr bwMode="auto">
          <a:xfrm>
            <a:off x="381000" y="417544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높이</a:t>
            </a:r>
          </a:p>
        </p:txBody>
      </p:sp>
      <p:sp>
        <p:nvSpPr>
          <p:cNvPr id="147" name="직사각형 51"/>
          <p:cNvSpPr>
            <a:spLocks noChangeArrowheads="1"/>
          </p:cNvSpPr>
          <p:nvPr/>
        </p:nvSpPr>
        <p:spPr bwMode="auto">
          <a:xfrm>
            <a:off x="2513013" y="4194498"/>
            <a:ext cx="252412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계산</a:t>
            </a:r>
          </a:p>
        </p:txBody>
      </p:sp>
      <p:sp>
        <p:nvSpPr>
          <p:cNvPr id="148" name="직사각형 66"/>
          <p:cNvSpPr>
            <a:spLocks noChangeArrowheads="1"/>
          </p:cNvSpPr>
          <p:nvPr/>
        </p:nvSpPr>
        <p:spPr bwMode="auto">
          <a:xfrm>
            <a:off x="1846263" y="4184973"/>
            <a:ext cx="214312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TextBox 65"/>
          <p:cNvSpPr txBox="1">
            <a:spLocks noChangeArrowheads="1"/>
          </p:cNvSpPr>
          <p:nvPr/>
        </p:nvSpPr>
        <p:spPr bwMode="auto">
          <a:xfrm>
            <a:off x="3405188" y="420243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용량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(CBM)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66"/>
          <p:cNvSpPr>
            <a:spLocks noChangeArrowheads="1"/>
          </p:cNvSpPr>
          <p:nvPr/>
        </p:nvSpPr>
        <p:spPr bwMode="auto">
          <a:xfrm>
            <a:off x="4473575" y="420084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TextBox 65"/>
          <p:cNvSpPr txBox="1">
            <a:spLocks noChangeArrowheads="1"/>
          </p:cNvSpPr>
          <p:nvPr/>
        </p:nvSpPr>
        <p:spPr bwMode="auto">
          <a:xfrm>
            <a:off x="6394450" y="418973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(kg)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직사각형 66"/>
          <p:cNvSpPr>
            <a:spLocks noChangeArrowheads="1"/>
          </p:cNvSpPr>
          <p:nvPr/>
        </p:nvSpPr>
        <p:spPr bwMode="auto">
          <a:xfrm>
            <a:off x="7464425" y="418814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TextBox 65"/>
          <p:cNvSpPr txBox="1">
            <a:spLocks noChangeArrowheads="1"/>
          </p:cNvSpPr>
          <p:nvPr/>
        </p:nvSpPr>
        <p:spPr bwMode="auto">
          <a:xfrm>
            <a:off x="6383338" y="44469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유통기한일수</a:t>
            </a:r>
          </a:p>
        </p:txBody>
      </p:sp>
      <p:sp>
        <p:nvSpPr>
          <p:cNvPr id="154" name="직사각형 66"/>
          <p:cNvSpPr>
            <a:spLocks noChangeArrowheads="1"/>
          </p:cNvSpPr>
          <p:nvPr/>
        </p:nvSpPr>
        <p:spPr bwMode="auto">
          <a:xfrm>
            <a:off x="7451725" y="4445323"/>
            <a:ext cx="379413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직사각형 33"/>
          <p:cNvSpPr>
            <a:spLocks noChangeArrowheads="1"/>
          </p:cNvSpPr>
          <p:nvPr/>
        </p:nvSpPr>
        <p:spPr bwMode="auto">
          <a:xfrm>
            <a:off x="8308975" y="443738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56" name="직사각형 66"/>
          <p:cNvSpPr>
            <a:spLocks noChangeArrowheads="1"/>
          </p:cNvSpPr>
          <p:nvPr/>
        </p:nvSpPr>
        <p:spPr bwMode="auto">
          <a:xfrm>
            <a:off x="7891463" y="4438973"/>
            <a:ext cx="41910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sp>
        <p:nvSpPr>
          <p:cNvPr id="157" name="TextBox 65"/>
          <p:cNvSpPr txBox="1">
            <a:spLocks noChangeArrowheads="1"/>
          </p:cNvSpPr>
          <p:nvPr/>
        </p:nvSpPr>
        <p:spPr bwMode="auto">
          <a:xfrm>
            <a:off x="6394450" y="336741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보관온도구분</a:t>
            </a:r>
          </a:p>
        </p:txBody>
      </p:sp>
      <p:sp>
        <p:nvSpPr>
          <p:cNvPr id="158" name="직사각형 66"/>
          <p:cNvSpPr>
            <a:spLocks noChangeArrowheads="1"/>
          </p:cNvSpPr>
          <p:nvPr/>
        </p:nvSpPr>
        <p:spPr bwMode="auto">
          <a:xfrm>
            <a:off x="7462838" y="33658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직사각형 33"/>
          <p:cNvSpPr>
            <a:spLocks noChangeArrowheads="1"/>
          </p:cNvSpPr>
          <p:nvPr/>
        </p:nvSpPr>
        <p:spPr bwMode="auto">
          <a:xfrm>
            <a:off x="8316913" y="33674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0" name="TextBox 65"/>
          <p:cNvSpPr txBox="1">
            <a:spLocks noChangeArrowheads="1"/>
          </p:cNvSpPr>
          <p:nvPr/>
        </p:nvSpPr>
        <p:spPr bwMode="auto">
          <a:xfrm>
            <a:off x="3405188" y="33547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제품군</a:t>
            </a:r>
          </a:p>
        </p:txBody>
      </p:sp>
      <p:sp>
        <p:nvSpPr>
          <p:cNvPr id="161" name="직사각형 66"/>
          <p:cNvSpPr>
            <a:spLocks noChangeArrowheads="1"/>
          </p:cNvSpPr>
          <p:nvPr/>
        </p:nvSpPr>
        <p:spPr bwMode="auto">
          <a:xfrm>
            <a:off x="4473575" y="33531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직사각형 33"/>
          <p:cNvSpPr>
            <a:spLocks noChangeArrowheads="1"/>
          </p:cNvSpPr>
          <p:nvPr/>
        </p:nvSpPr>
        <p:spPr bwMode="auto">
          <a:xfrm>
            <a:off x="5327650" y="33547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3" name="TextBox 65"/>
          <p:cNvSpPr txBox="1">
            <a:spLocks noChangeArrowheads="1"/>
          </p:cNvSpPr>
          <p:nvPr/>
        </p:nvSpPr>
        <p:spPr bwMode="auto">
          <a:xfrm>
            <a:off x="6389688" y="392462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과세여부</a:t>
            </a:r>
          </a:p>
        </p:txBody>
      </p:sp>
      <p:sp>
        <p:nvSpPr>
          <p:cNvPr id="164" name="직사각형 66"/>
          <p:cNvSpPr>
            <a:spLocks noChangeArrowheads="1"/>
          </p:cNvSpPr>
          <p:nvPr/>
        </p:nvSpPr>
        <p:spPr bwMode="auto">
          <a:xfrm>
            <a:off x="7458075" y="392303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직사각형 33"/>
          <p:cNvSpPr>
            <a:spLocks noChangeArrowheads="1"/>
          </p:cNvSpPr>
          <p:nvPr/>
        </p:nvSpPr>
        <p:spPr bwMode="auto">
          <a:xfrm>
            <a:off x="8312150" y="392462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6" name="TextBox 65"/>
          <p:cNvSpPr txBox="1">
            <a:spLocks noChangeArrowheads="1"/>
          </p:cNvSpPr>
          <p:nvPr/>
        </p:nvSpPr>
        <p:spPr bwMode="auto">
          <a:xfrm>
            <a:off x="384175" y="365792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제품대분류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직사각형 66"/>
          <p:cNvSpPr>
            <a:spLocks noChangeArrowheads="1"/>
          </p:cNvSpPr>
          <p:nvPr/>
        </p:nvSpPr>
        <p:spPr bwMode="auto">
          <a:xfrm>
            <a:off x="1452563" y="365633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8" name="TextBox 65"/>
          <p:cNvSpPr txBox="1">
            <a:spLocks noChangeArrowheads="1"/>
          </p:cNvSpPr>
          <p:nvPr/>
        </p:nvSpPr>
        <p:spPr bwMode="auto">
          <a:xfrm>
            <a:off x="6394450" y="365474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제품소분류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직사각형 66"/>
          <p:cNvSpPr>
            <a:spLocks noChangeArrowheads="1"/>
          </p:cNvSpPr>
          <p:nvPr/>
        </p:nvSpPr>
        <p:spPr bwMode="auto">
          <a:xfrm>
            <a:off x="7462838" y="365316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TextBox 65"/>
          <p:cNvSpPr txBox="1">
            <a:spLocks noChangeArrowheads="1"/>
          </p:cNvSpPr>
          <p:nvPr/>
        </p:nvSpPr>
        <p:spPr bwMode="auto">
          <a:xfrm>
            <a:off x="3405188" y="364204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제품중분류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1" name="직사각형 66"/>
          <p:cNvSpPr>
            <a:spLocks noChangeArrowheads="1"/>
          </p:cNvSpPr>
          <p:nvPr/>
        </p:nvSpPr>
        <p:spPr bwMode="auto">
          <a:xfrm>
            <a:off x="4473575" y="364046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2" name="직사각형 48"/>
          <p:cNvSpPr>
            <a:spLocks noChangeArrowheads="1"/>
          </p:cNvSpPr>
          <p:nvPr/>
        </p:nvSpPr>
        <p:spPr bwMode="auto">
          <a:xfrm>
            <a:off x="2492375" y="366268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직사각형 66"/>
          <p:cNvSpPr>
            <a:spLocks noChangeArrowheads="1"/>
          </p:cNvSpPr>
          <p:nvPr/>
        </p:nvSpPr>
        <p:spPr bwMode="auto">
          <a:xfrm>
            <a:off x="2689225" y="3661098"/>
            <a:ext cx="647700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직사각형 66"/>
          <p:cNvSpPr>
            <a:spLocks noChangeArrowheads="1"/>
          </p:cNvSpPr>
          <p:nvPr/>
        </p:nvSpPr>
        <p:spPr bwMode="auto">
          <a:xfrm>
            <a:off x="5721350" y="3642048"/>
            <a:ext cx="649288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직사각형 48"/>
          <p:cNvSpPr>
            <a:spLocks noChangeArrowheads="1"/>
          </p:cNvSpPr>
          <p:nvPr/>
        </p:nvSpPr>
        <p:spPr bwMode="auto">
          <a:xfrm>
            <a:off x="5535613" y="364046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직사각형 66"/>
          <p:cNvSpPr>
            <a:spLocks noChangeArrowheads="1"/>
          </p:cNvSpPr>
          <p:nvPr/>
        </p:nvSpPr>
        <p:spPr bwMode="auto">
          <a:xfrm>
            <a:off x="8694738" y="3664273"/>
            <a:ext cx="647700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48"/>
          <p:cNvSpPr>
            <a:spLocks noChangeArrowheads="1"/>
          </p:cNvSpPr>
          <p:nvPr/>
        </p:nvSpPr>
        <p:spPr bwMode="auto">
          <a:xfrm>
            <a:off x="8509000" y="366427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TextBox 65"/>
          <p:cNvSpPr txBox="1">
            <a:spLocks noChangeArrowheads="1"/>
          </p:cNvSpPr>
          <p:nvPr/>
        </p:nvSpPr>
        <p:spPr bwMode="auto">
          <a:xfrm>
            <a:off x="3414713" y="395002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출고단가</a:t>
            </a:r>
          </a:p>
        </p:txBody>
      </p:sp>
      <p:sp>
        <p:nvSpPr>
          <p:cNvPr id="179" name="직사각형 66"/>
          <p:cNvSpPr>
            <a:spLocks noChangeArrowheads="1"/>
          </p:cNvSpPr>
          <p:nvPr/>
        </p:nvSpPr>
        <p:spPr bwMode="auto">
          <a:xfrm>
            <a:off x="4483100" y="394843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0" name="TextBox 65"/>
          <p:cNvSpPr txBox="1">
            <a:spLocks noChangeArrowheads="1"/>
          </p:cNvSpPr>
          <p:nvPr/>
        </p:nvSpPr>
        <p:spPr bwMode="auto">
          <a:xfrm>
            <a:off x="6380163" y="4999012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계절성여부</a:t>
            </a:r>
          </a:p>
        </p:txBody>
      </p:sp>
      <p:sp>
        <p:nvSpPr>
          <p:cNvPr id="181" name="직사각형 66"/>
          <p:cNvSpPr>
            <a:spLocks noChangeArrowheads="1"/>
          </p:cNvSpPr>
          <p:nvPr/>
        </p:nvSpPr>
        <p:spPr bwMode="auto">
          <a:xfrm>
            <a:off x="7448550" y="4997425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직사각형 33"/>
          <p:cNvSpPr>
            <a:spLocks noChangeArrowheads="1"/>
          </p:cNvSpPr>
          <p:nvPr/>
        </p:nvSpPr>
        <p:spPr bwMode="auto">
          <a:xfrm>
            <a:off x="8302625" y="499901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3" name="TextBox 65"/>
          <p:cNvSpPr txBox="1">
            <a:spLocks noChangeArrowheads="1"/>
          </p:cNvSpPr>
          <p:nvPr/>
        </p:nvSpPr>
        <p:spPr bwMode="auto">
          <a:xfrm>
            <a:off x="363538" y="47263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적치전략</a:t>
            </a:r>
          </a:p>
        </p:txBody>
      </p:sp>
      <p:sp>
        <p:nvSpPr>
          <p:cNvPr id="184" name="직사각형 66"/>
          <p:cNvSpPr>
            <a:spLocks noChangeArrowheads="1"/>
          </p:cNvSpPr>
          <p:nvPr/>
        </p:nvSpPr>
        <p:spPr bwMode="auto">
          <a:xfrm>
            <a:off x="1431925" y="47247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" name="직사각형 33"/>
          <p:cNvSpPr>
            <a:spLocks noChangeArrowheads="1"/>
          </p:cNvSpPr>
          <p:nvPr/>
        </p:nvSpPr>
        <p:spPr bwMode="auto">
          <a:xfrm>
            <a:off x="2286000" y="47263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6" name="TextBox 65"/>
          <p:cNvSpPr txBox="1">
            <a:spLocks noChangeArrowheads="1"/>
          </p:cNvSpPr>
          <p:nvPr/>
        </p:nvSpPr>
        <p:spPr bwMode="auto">
          <a:xfrm>
            <a:off x="3414713" y="472631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할당전략</a:t>
            </a:r>
          </a:p>
        </p:txBody>
      </p:sp>
      <p:sp>
        <p:nvSpPr>
          <p:cNvPr id="187" name="직사각형 66"/>
          <p:cNvSpPr>
            <a:spLocks noChangeArrowheads="1"/>
          </p:cNvSpPr>
          <p:nvPr/>
        </p:nvSpPr>
        <p:spPr bwMode="auto">
          <a:xfrm>
            <a:off x="4483100" y="472472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직사각형 33"/>
          <p:cNvSpPr>
            <a:spLocks noChangeArrowheads="1"/>
          </p:cNvSpPr>
          <p:nvPr/>
        </p:nvSpPr>
        <p:spPr bwMode="auto">
          <a:xfrm>
            <a:off x="5337175" y="472631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9" name="TextBox 65"/>
          <p:cNvSpPr txBox="1">
            <a:spLocks noChangeArrowheads="1"/>
          </p:cNvSpPr>
          <p:nvPr/>
        </p:nvSpPr>
        <p:spPr bwMode="auto">
          <a:xfrm>
            <a:off x="3414713" y="501523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세트제품여부</a:t>
            </a:r>
          </a:p>
        </p:txBody>
      </p:sp>
      <p:sp>
        <p:nvSpPr>
          <p:cNvPr id="190" name="직사각형 66"/>
          <p:cNvSpPr>
            <a:spLocks noChangeArrowheads="1"/>
          </p:cNvSpPr>
          <p:nvPr/>
        </p:nvSpPr>
        <p:spPr bwMode="auto">
          <a:xfrm>
            <a:off x="4483100" y="501364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1" name="직사각형 33"/>
          <p:cNvSpPr>
            <a:spLocks noChangeArrowheads="1"/>
          </p:cNvSpPr>
          <p:nvPr/>
        </p:nvSpPr>
        <p:spPr bwMode="auto">
          <a:xfrm>
            <a:off x="5343525" y="501364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92" name="그룹 52"/>
          <p:cNvGrpSpPr>
            <a:grpSpLocks/>
          </p:cNvGrpSpPr>
          <p:nvPr/>
        </p:nvGrpSpPr>
        <p:grpSpPr bwMode="auto">
          <a:xfrm>
            <a:off x="384175" y="3367410"/>
            <a:ext cx="2071688" cy="230188"/>
            <a:chOff x="3238492" y="1428736"/>
            <a:chExt cx="2071698" cy="230832"/>
          </a:xfrm>
        </p:grpSpPr>
        <p:sp>
          <p:nvSpPr>
            <p:cNvPr id="19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194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5" name="직사각형 48"/>
          <p:cNvSpPr>
            <a:spLocks noChangeArrowheads="1"/>
          </p:cNvSpPr>
          <p:nvPr/>
        </p:nvSpPr>
        <p:spPr bwMode="auto">
          <a:xfrm>
            <a:off x="2493963" y="337217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직사각형 66"/>
          <p:cNvSpPr>
            <a:spLocks noChangeArrowheads="1"/>
          </p:cNvSpPr>
          <p:nvPr/>
        </p:nvSpPr>
        <p:spPr bwMode="auto">
          <a:xfrm>
            <a:off x="2690813" y="3370585"/>
            <a:ext cx="649287" cy="2143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7" name="TextBox 65"/>
          <p:cNvSpPr txBox="1">
            <a:spLocks noChangeArrowheads="1"/>
          </p:cNvSpPr>
          <p:nvPr/>
        </p:nvSpPr>
        <p:spPr bwMode="auto">
          <a:xfrm>
            <a:off x="368301" y="5289872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대체제품</a:t>
            </a:r>
          </a:p>
        </p:txBody>
      </p:sp>
      <p:sp>
        <p:nvSpPr>
          <p:cNvPr id="198" name="TextBox 65"/>
          <p:cNvSpPr txBox="1">
            <a:spLocks noChangeArrowheads="1"/>
          </p:cNvSpPr>
          <p:nvPr/>
        </p:nvSpPr>
        <p:spPr bwMode="auto">
          <a:xfrm>
            <a:off x="6383338" y="4731097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속성전략</a:t>
            </a:r>
          </a:p>
        </p:txBody>
      </p:sp>
      <p:sp>
        <p:nvSpPr>
          <p:cNvPr id="199" name="직사각형 66"/>
          <p:cNvSpPr>
            <a:spLocks noChangeArrowheads="1"/>
          </p:cNvSpPr>
          <p:nvPr/>
        </p:nvSpPr>
        <p:spPr bwMode="auto">
          <a:xfrm>
            <a:off x="7451725" y="4729510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직사각형 33"/>
          <p:cNvSpPr>
            <a:spLocks noChangeArrowheads="1"/>
          </p:cNvSpPr>
          <p:nvPr/>
        </p:nvSpPr>
        <p:spPr bwMode="auto">
          <a:xfrm>
            <a:off x="8305800" y="4731097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1" name="직사각형 66"/>
          <p:cNvSpPr>
            <a:spLocks noChangeArrowheads="1"/>
          </p:cNvSpPr>
          <p:nvPr/>
        </p:nvSpPr>
        <p:spPr bwMode="auto">
          <a:xfrm>
            <a:off x="1443436" y="5265738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2" name="직사각형 48"/>
          <p:cNvSpPr>
            <a:spLocks noChangeArrowheads="1"/>
          </p:cNvSpPr>
          <p:nvPr/>
        </p:nvSpPr>
        <p:spPr bwMode="auto">
          <a:xfrm>
            <a:off x="2483248" y="527208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직사각형 66"/>
          <p:cNvSpPr>
            <a:spLocks noChangeArrowheads="1"/>
          </p:cNvSpPr>
          <p:nvPr/>
        </p:nvSpPr>
        <p:spPr bwMode="auto">
          <a:xfrm>
            <a:off x="2680098" y="5270501"/>
            <a:ext cx="647700" cy="2143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BOM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4957763" cy="428626"/>
        </p:xfrm>
        <a:graphic>
          <a:graphicData uri="http://schemas.openxmlformats.org/drawingml/2006/table">
            <a:tbl>
              <a:tblPr/>
              <a:tblGrid>
                <a:gridCol w="30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4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476">
                  <a:extLst>
                    <a:ext uri="{9D8B030D-6E8A-4147-A177-3AD203B41FA5}">
                      <a16:colId xmlns:a16="http://schemas.microsoft.com/office/drawing/2014/main" val="887214698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세트제품코드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세트제품명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스캐너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스캐너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44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20478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45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 목록</a:t>
            </a:r>
          </a:p>
        </p:txBody>
      </p:sp>
      <p:sp>
        <p:nvSpPr>
          <p:cNvPr id="26646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6647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664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664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6650" name="TextBox 65"/>
          <p:cNvSpPr txBox="1">
            <a:spLocks noChangeArrowheads="1"/>
          </p:cNvSpPr>
          <p:nvPr/>
        </p:nvSpPr>
        <p:spPr bwMode="auto">
          <a:xfrm>
            <a:off x="3354388" y="132715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세트제품코드</a:t>
            </a:r>
          </a:p>
        </p:txBody>
      </p:sp>
      <p:sp>
        <p:nvSpPr>
          <p:cNvPr id="26651" name="직사각형 66"/>
          <p:cNvSpPr>
            <a:spLocks noChangeArrowheads="1"/>
          </p:cNvSpPr>
          <p:nvPr/>
        </p:nvSpPr>
        <p:spPr bwMode="auto">
          <a:xfrm>
            <a:off x="4313238" y="13096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52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6653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6654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aphicFrame>
        <p:nvGraphicFramePr>
          <p:cNvPr id="7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55211"/>
              </p:ext>
            </p:extLst>
          </p:nvPr>
        </p:nvGraphicFramePr>
        <p:xfrm>
          <a:off x="349251" y="4419600"/>
          <a:ext cx="6908005" cy="428626"/>
        </p:xfrm>
        <a:graphic>
          <a:graphicData uri="http://schemas.openxmlformats.org/drawingml/2006/table">
            <a:tbl>
              <a:tblPr/>
              <a:tblGrid>
                <a:gridCol w="39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412">
                  <a:extLst>
                    <a:ext uri="{9D8B030D-6E8A-4147-A177-3AD203B41FA5}">
                      <a16:colId xmlns:a16="http://schemas.microsoft.com/office/drawing/2014/main" val="1467503657"/>
                    </a:ext>
                  </a:extLst>
                </a:gridCol>
                <a:gridCol w="961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14175729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Standard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78" name="직사각형 54"/>
          <p:cNvSpPr>
            <a:spLocks noChangeArrowheads="1"/>
          </p:cNvSpPr>
          <p:nvPr/>
        </p:nvSpPr>
        <p:spPr bwMode="auto">
          <a:xfrm>
            <a:off x="301625" y="4292600"/>
            <a:ext cx="9215438" cy="20859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9" name="TextBox 55"/>
          <p:cNvSpPr txBox="1">
            <a:spLocks noChangeArrowheads="1"/>
          </p:cNvSpPr>
          <p:nvPr/>
        </p:nvSpPr>
        <p:spPr bwMode="auto">
          <a:xfrm>
            <a:off x="373063" y="41719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 목록</a:t>
            </a:r>
          </a:p>
        </p:txBody>
      </p:sp>
      <p:sp>
        <p:nvSpPr>
          <p:cNvPr id="26680" name="직사각형 33"/>
          <p:cNvSpPr>
            <a:spLocks noChangeArrowheads="1"/>
          </p:cNvSpPr>
          <p:nvPr/>
        </p:nvSpPr>
        <p:spPr bwMode="auto">
          <a:xfrm>
            <a:off x="6374205" y="46307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681" name="직사각형 33"/>
          <p:cNvSpPr>
            <a:spLocks noChangeArrowheads="1"/>
          </p:cNvSpPr>
          <p:nvPr/>
        </p:nvSpPr>
        <p:spPr bwMode="auto">
          <a:xfrm>
            <a:off x="1959949" y="46307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4" name="TextBox 65"/>
          <p:cNvSpPr txBox="1">
            <a:spLocks noChangeArrowheads="1"/>
          </p:cNvSpPr>
          <p:nvPr/>
        </p:nvSpPr>
        <p:spPr bwMode="auto">
          <a:xfrm>
            <a:off x="273050" y="1312863"/>
            <a:ext cx="7270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6685" name="직사각형 66"/>
          <p:cNvSpPr>
            <a:spLocks noChangeArrowheads="1"/>
          </p:cNvSpPr>
          <p:nvPr/>
        </p:nvSpPr>
        <p:spPr bwMode="auto">
          <a:xfrm>
            <a:off x="107950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6" name="직사각형 48"/>
          <p:cNvSpPr>
            <a:spLocks noChangeArrowheads="1"/>
          </p:cNvSpPr>
          <p:nvPr/>
        </p:nvSpPr>
        <p:spPr bwMode="auto">
          <a:xfrm>
            <a:off x="2114550" y="1312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7" name="직사각형 66"/>
          <p:cNvSpPr>
            <a:spLocks noChangeArrowheads="1"/>
          </p:cNvSpPr>
          <p:nvPr/>
        </p:nvSpPr>
        <p:spPr bwMode="auto">
          <a:xfrm>
            <a:off x="2292350" y="1312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8" name="직사각형 66"/>
          <p:cNvSpPr>
            <a:spLocks noChangeArrowheads="1"/>
          </p:cNvSpPr>
          <p:nvPr/>
        </p:nvSpPr>
        <p:spPr bwMode="auto">
          <a:xfrm>
            <a:off x="5384800" y="13033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33"/>
          <p:cNvSpPr>
            <a:spLocks noChangeArrowheads="1"/>
          </p:cNvSpPr>
          <p:nvPr/>
        </p:nvSpPr>
        <p:spPr bwMode="auto">
          <a:xfrm>
            <a:off x="7102661" y="4621320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제품고정로케이션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95288" y="5065713"/>
          <a:ext cx="4129087" cy="495300"/>
        </p:xfrm>
        <a:graphic>
          <a:graphicData uri="http://schemas.openxmlformats.org/drawingml/2006/table">
            <a:tbl>
              <a:tblPr/>
              <a:tblGrid>
                <a:gridCol w="323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2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로케이션코드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랙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695" name="직사각형 54"/>
          <p:cNvSpPr>
            <a:spLocks noChangeArrowheads="1"/>
          </p:cNvSpPr>
          <p:nvPr/>
        </p:nvSpPr>
        <p:spPr bwMode="auto">
          <a:xfrm>
            <a:off x="309563" y="4913313"/>
            <a:ext cx="4572000" cy="10826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97" name="직사각형 54"/>
          <p:cNvSpPr>
            <a:spLocks noChangeArrowheads="1"/>
          </p:cNvSpPr>
          <p:nvPr/>
        </p:nvSpPr>
        <p:spPr bwMode="auto">
          <a:xfrm>
            <a:off x="309563" y="2179638"/>
            <a:ext cx="9215437" cy="9636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98" name="직사각형 51"/>
          <p:cNvSpPr>
            <a:spLocks noChangeArrowheads="1"/>
          </p:cNvSpPr>
          <p:nvPr/>
        </p:nvSpPr>
        <p:spPr bwMode="auto">
          <a:xfrm>
            <a:off x="7329488" y="18399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8699" name="직사각형 51"/>
          <p:cNvSpPr>
            <a:spLocks noChangeArrowheads="1"/>
          </p:cNvSpPr>
          <p:nvPr/>
        </p:nvSpPr>
        <p:spPr bwMode="auto">
          <a:xfrm>
            <a:off x="7891463" y="18399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8700" name="직사각형 51"/>
          <p:cNvSpPr>
            <a:spLocks noChangeArrowheads="1"/>
          </p:cNvSpPr>
          <p:nvPr/>
        </p:nvSpPr>
        <p:spPr bwMode="auto">
          <a:xfrm>
            <a:off x="8462963" y="18399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8701" name="직사각형 51"/>
          <p:cNvSpPr>
            <a:spLocks noChangeArrowheads="1"/>
          </p:cNvSpPr>
          <p:nvPr/>
        </p:nvSpPr>
        <p:spPr bwMode="auto">
          <a:xfrm>
            <a:off x="9034463" y="18399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228427"/>
              </p:ext>
            </p:extLst>
          </p:nvPr>
        </p:nvGraphicFramePr>
        <p:xfrm>
          <a:off x="381000" y="2322513"/>
          <a:ext cx="8460432" cy="563562"/>
        </p:xfrm>
        <a:graphic>
          <a:graphicData uri="http://schemas.openxmlformats.org/drawingml/2006/table">
            <a:tbl>
              <a:tblPr/>
              <a:tblGrid>
                <a:gridCol w="356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50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46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10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245">
                  <a:extLst>
                    <a:ext uri="{9D8B030D-6E8A-4147-A177-3AD203B41FA5}">
                      <a16:colId xmlns:a16="http://schemas.microsoft.com/office/drawing/2014/main" val="4216975978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로케이션코드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제품규격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본사창고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</a:t>
                      </a: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ZM600 200dpi(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지브라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734" name="TextBox 55"/>
          <p:cNvSpPr txBox="1">
            <a:spLocks noChangeArrowheads="1"/>
          </p:cNvSpPr>
          <p:nvPr/>
        </p:nvSpPr>
        <p:spPr bwMode="auto">
          <a:xfrm>
            <a:off x="460375" y="2071688"/>
            <a:ext cx="14922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제품고정로케이션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목록</a:t>
            </a:r>
          </a:p>
        </p:txBody>
      </p:sp>
      <p:sp>
        <p:nvSpPr>
          <p:cNvPr id="28735" name="TextBox 55"/>
          <p:cNvSpPr txBox="1">
            <a:spLocks noChangeArrowheads="1"/>
          </p:cNvSpPr>
          <p:nvPr/>
        </p:nvSpPr>
        <p:spPr bwMode="auto">
          <a:xfrm>
            <a:off x="452438" y="4797425"/>
            <a:ext cx="1000125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 목록</a:t>
            </a:r>
          </a:p>
        </p:txBody>
      </p:sp>
      <p:grpSp>
        <p:nvGrpSpPr>
          <p:cNvPr id="28736" name="그룹 71"/>
          <p:cNvGrpSpPr>
            <a:grpSpLocks/>
          </p:cNvGrpSpPr>
          <p:nvPr/>
        </p:nvGrpSpPr>
        <p:grpSpPr bwMode="auto">
          <a:xfrm>
            <a:off x="4175869" y="1363663"/>
            <a:ext cx="2073275" cy="230187"/>
            <a:chOff x="3238492" y="1428736"/>
            <a:chExt cx="2071698" cy="230832"/>
          </a:xfrm>
        </p:grpSpPr>
        <p:sp>
          <p:nvSpPr>
            <p:cNvPr id="2876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구역코드</a:t>
              </a:r>
            </a:p>
          </p:txBody>
        </p:sp>
        <p:sp>
          <p:nvSpPr>
            <p:cNvPr id="2876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73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876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876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3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8739" name="직사각형 54"/>
          <p:cNvSpPr>
            <a:spLocks noChangeArrowheads="1"/>
          </p:cNvSpPr>
          <p:nvPr/>
        </p:nvSpPr>
        <p:spPr bwMode="auto">
          <a:xfrm>
            <a:off x="5024438" y="4913313"/>
            <a:ext cx="4527550" cy="10826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40" name="TextBox 55"/>
          <p:cNvSpPr txBox="1">
            <a:spLocks noChangeArrowheads="1"/>
          </p:cNvSpPr>
          <p:nvPr/>
        </p:nvSpPr>
        <p:spPr bwMode="auto">
          <a:xfrm>
            <a:off x="5400675" y="4805363"/>
            <a:ext cx="1000125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목록</a:t>
            </a:r>
          </a:p>
        </p:txBody>
      </p:sp>
      <p:graphicFrame>
        <p:nvGraphicFramePr>
          <p:cNvPr id="34" name="Group 139"/>
          <p:cNvGraphicFramePr>
            <a:graphicFrameLocks noGrp="1"/>
          </p:cNvGraphicFramePr>
          <p:nvPr/>
        </p:nvGraphicFramePr>
        <p:xfrm>
          <a:off x="5267325" y="5056188"/>
          <a:ext cx="4143376" cy="428626"/>
        </p:xfrm>
        <a:graphic>
          <a:graphicData uri="http://schemas.openxmlformats.org/drawingml/2006/table">
            <a:tbl>
              <a:tblPr/>
              <a:tblGrid>
                <a:gridCol w="32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2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ZM600 200dpi(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지브라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75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875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8760" name="직사각형 51"/>
          <p:cNvSpPr>
            <a:spLocks noChangeArrowheads="1"/>
          </p:cNvSpPr>
          <p:nvPr/>
        </p:nvSpPr>
        <p:spPr bwMode="auto">
          <a:xfrm rot="5400000">
            <a:off x="4321969" y="3875882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←</a:t>
            </a:r>
          </a:p>
        </p:txBody>
      </p:sp>
      <p:sp>
        <p:nvSpPr>
          <p:cNvPr id="28761" name="직사각형 51"/>
          <p:cNvSpPr>
            <a:spLocks noChangeArrowheads="1"/>
          </p:cNvSpPr>
          <p:nvPr/>
        </p:nvSpPr>
        <p:spPr bwMode="auto">
          <a:xfrm rot="5400000">
            <a:off x="4950619" y="3871119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33" name="TextBox 65"/>
          <p:cNvSpPr txBox="1">
            <a:spLocks noChangeArrowheads="1"/>
          </p:cNvSpPr>
          <p:nvPr/>
        </p:nvSpPr>
        <p:spPr bwMode="auto">
          <a:xfrm>
            <a:off x="344488" y="1326604"/>
            <a:ext cx="7207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5" name="직사각형 66"/>
          <p:cNvSpPr>
            <a:spLocks noChangeArrowheads="1"/>
          </p:cNvSpPr>
          <p:nvPr/>
        </p:nvSpPr>
        <p:spPr bwMode="auto">
          <a:xfrm>
            <a:off x="1065213" y="1326604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66"/>
          <p:cNvSpPr>
            <a:spLocks noChangeArrowheads="1"/>
          </p:cNvSpPr>
          <p:nvPr/>
        </p:nvSpPr>
        <p:spPr bwMode="auto">
          <a:xfrm>
            <a:off x="2289175" y="1320254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48"/>
          <p:cNvSpPr>
            <a:spLocks noChangeArrowheads="1"/>
          </p:cNvSpPr>
          <p:nvPr/>
        </p:nvSpPr>
        <p:spPr bwMode="auto">
          <a:xfrm>
            <a:off x="2105025" y="1320254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3"/>
          <p:cNvSpPr>
            <a:spLocks noChangeArrowheads="1"/>
          </p:cNvSpPr>
          <p:nvPr/>
        </p:nvSpPr>
        <p:spPr bwMode="auto">
          <a:xfrm>
            <a:off x="6106269" y="1367884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259013"/>
          <a:ext cx="9061448" cy="428626"/>
        </p:xfrm>
        <a:graphic>
          <a:graphicData uri="http://schemas.openxmlformats.org/drawingml/2006/table">
            <a:tbl>
              <a:tblPr/>
              <a:tblGrid>
                <a:gridCol w="275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6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6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76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28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28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8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28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328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부피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부피규격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Carton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138240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63" name="직사각형 54"/>
          <p:cNvSpPr>
            <a:spLocks noChangeArrowheads="1"/>
          </p:cNvSpPr>
          <p:nvPr/>
        </p:nvSpPr>
        <p:spPr bwMode="auto">
          <a:xfrm>
            <a:off x="301625" y="2090738"/>
            <a:ext cx="9215438" cy="8826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64" name="TextBox 55"/>
          <p:cNvSpPr txBox="1">
            <a:spLocks noChangeArrowheads="1"/>
          </p:cNvSpPr>
          <p:nvPr/>
        </p:nvSpPr>
        <p:spPr bwMode="auto">
          <a:xfrm>
            <a:off x="381000" y="20256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 목록</a:t>
            </a:r>
          </a:p>
        </p:txBody>
      </p:sp>
      <p:sp>
        <p:nvSpPr>
          <p:cNvPr id="34865" name="TextBox 65"/>
          <p:cNvSpPr txBox="1">
            <a:spLocks noChangeArrowheads="1"/>
          </p:cNvSpPr>
          <p:nvPr/>
        </p:nvSpPr>
        <p:spPr bwMode="auto">
          <a:xfrm>
            <a:off x="207963" y="1295400"/>
            <a:ext cx="7286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규격코드</a:t>
            </a:r>
          </a:p>
        </p:txBody>
      </p:sp>
      <p:sp>
        <p:nvSpPr>
          <p:cNvPr id="34866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67" name="직사각형 51"/>
          <p:cNvSpPr>
            <a:spLocks noChangeArrowheads="1"/>
          </p:cNvSpPr>
          <p:nvPr/>
        </p:nvSpPr>
        <p:spPr bwMode="auto">
          <a:xfrm>
            <a:off x="848836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4868" name="직사각형 51"/>
          <p:cNvSpPr>
            <a:spLocks noChangeArrowheads="1"/>
          </p:cNvSpPr>
          <p:nvPr/>
        </p:nvSpPr>
        <p:spPr bwMode="auto">
          <a:xfrm>
            <a:off x="68564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486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487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4871" name="직사각형 51"/>
          <p:cNvSpPr>
            <a:spLocks noChangeArrowheads="1"/>
          </p:cNvSpPr>
          <p:nvPr/>
        </p:nvSpPr>
        <p:spPr bwMode="auto">
          <a:xfrm>
            <a:off x="74025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4872" name="직사각형 51"/>
          <p:cNvSpPr>
            <a:spLocks noChangeArrowheads="1"/>
          </p:cNvSpPr>
          <p:nvPr/>
        </p:nvSpPr>
        <p:spPr bwMode="auto">
          <a:xfrm>
            <a:off x="79486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4873" name="직사각형 51"/>
          <p:cNvSpPr>
            <a:spLocks noChangeArrowheads="1"/>
          </p:cNvSpPr>
          <p:nvPr/>
        </p:nvSpPr>
        <p:spPr bwMode="auto">
          <a:xfrm>
            <a:off x="9026525" y="18351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34874" name="그룹 52"/>
          <p:cNvGrpSpPr>
            <a:grpSpLocks/>
          </p:cNvGrpSpPr>
          <p:nvPr/>
        </p:nvGrpSpPr>
        <p:grpSpPr bwMode="auto">
          <a:xfrm>
            <a:off x="488950" y="3233738"/>
            <a:ext cx="2071688" cy="230187"/>
            <a:chOff x="3238492" y="1428736"/>
            <a:chExt cx="2071698" cy="230832"/>
          </a:xfrm>
        </p:grpSpPr>
        <p:sp>
          <p:nvSpPr>
            <p:cNvPr id="3490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규격코드</a:t>
              </a:r>
            </a:p>
          </p:txBody>
        </p:sp>
        <p:sp>
          <p:nvSpPr>
            <p:cNvPr id="34906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875" name="직사각형 54"/>
          <p:cNvSpPr>
            <a:spLocks noChangeArrowheads="1"/>
          </p:cNvSpPr>
          <p:nvPr/>
        </p:nvSpPr>
        <p:spPr bwMode="auto">
          <a:xfrm>
            <a:off x="309563" y="3068638"/>
            <a:ext cx="9234487" cy="19446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4876" name="그룹 53"/>
          <p:cNvGrpSpPr>
            <a:grpSpLocks/>
          </p:cNvGrpSpPr>
          <p:nvPr/>
        </p:nvGrpSpPr>
        <p:grpSpPr bwMode="auto">
          <a:xfrm>
            <a:off x="2952750" y="3241675"/>
            <a:ext cx="2071688" cy="230188"/>
            <a:chOff x="5703308" y="1166221"/>
            <a:chExt cx="2071698" cy="230832"/>
          </a:xfrm>
        </p:grpSpPr>
        <p:sp>
          <p:nvSpPr>
            <p:cNvPr id="34903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904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4877" name="그룹 59"/>
          <p:cNvGrpSpPr>
            <a:grpSpLocks/>
          </p:cNvGrpSpPr>
          <p:nvPr/>
        </p:nvGrpSpPr>
        <p:grpSpPr bwMode="auto">
          <a:xfrm>
            <a:off x="488950" y="4468813"/>
            <a:ext cx="2071688" cy="230187"/>
            <a:chOff x="6169032" y="1827295"/>
            <a:chExt cx="2071698" cy="230832"/>
          </a:xfrm>
        </p:grpSpPr>
        <p:sp>
          <p:nvSpPr>
            <p:cNvPr id="34901" name="TextBox 65"/>
            <p:cNvSpPr txBox="1">
              <a:spLocks noChangeArrowheads="1"/>
            </p:cNvSpPr>
            <p:nvPr/>
          </p:nvSpPr>
          <p:spPr bwMode="auto">
            <a:xfrm>
              <a:off x="6169032" y="1827295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사용여부</a:t>
              </a:r>
            </a:p>
          </p:txBody>
        </p:sp>
        <p:sp>
          <p:nvSpPr>
            <p:cNvPr id="34902" name="직사각형 66"/>
            <p:cNvSpPr>
              <a:spLocks noChangeArrowheads="1"/>
            </p:cNvSpPr>
            <p:nvPr/>
          </p:nvSpPr>
          <p:spPr bwMode="auto">
            <a:xfrm>
              <a:off x="7240605" y="1832059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878" name="직사각형 33"/>
          <p:cNvSpPr>
            <a:spLocks noChangeArrowheads="1"/>
          </p:cNvSpPr>
          <p:nvPr/>
        </p:nvSpPr>
        <p:spPr bwMode="auto">
          <a:xfrm>
            <a:off x="2433638" y="4481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879" name="TextBox 65"/>
          <p:cNvSpPr txBox="1">
            <a:spLocks noChangeArrowheads="1"/>
          </p:cNvSpPr>
          <p:nvPr/>
        </p:nvSpPr>
        <p:spPr bwMode="auto">
          <a:xfrm>
            <a:off x="5883275" y="3243263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규격유형코드</a:t>
            </a:r>
          </a:p>
        </p:txBody>
      </p:sp>
      <p:sp>
        <p:nvSpPr>
          <p:cNvPr id="34880" name="직사각형 66"/>
          <p:cNvSpPr>
            <a:spLocks noChangeArrowheads="1"/>
          </p:cNvSpPr>
          <p:nvPr/>
        </p:nvSpPr>
        <p:spPr bwMode="auto">
          <a:xfrm>
            <a:off x="6954838" y="3248025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81" name="TextBox 65"/>
          <p:cNvSpPr txBox="1">
            <a:spLocks noChangeArrowheads="1"/>
          </p:cNvSpPr>
          <p:nvPr/>
        </p:nvSpPr>
        <p:spPr bwMode="auto">
          <a:xfrm>
            <a:off x="488950" y="36401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</a:p>
        </p:txBody>
      </p:sp>
      <p:sp>
        <p:nvSpPr>
          <p:cNvPr id="34882" name="직사각형 66"/>
          <p:cNvSpPr>
            <a:spLocks noChangeArrowheads="1"/>
          </p:cNvSpPr>
          <p:nvPr/>
        </p:nvSpPr>
        <p:spPr bwMode="auto">
          <a:xfrm>
            <a:off x="1560513" y="36449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83" name="TextBox 65"/>
          <p:cNvSpPr txBox="1">
            <a:spLocks noChangeArrowheads="1"/>
          </p:cNvSpPr>
          <p:nvPr/>
        </p:nvSpPr>
        <p:spPr bwMode="auto">
          <a:xfrm>
            <a:off x="2952750" y="36417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</a:p>
        </p:txBody>
      </p:sp>
      <p:sp>
        <p:nvSpPr>
          <p:cNvPr id="34884" name="직사각형 66"/>
          <p:cNvSpPr>
            <a:spLocks noChangeArrowheads="1"/>
          </p:cNvSpPr>
          <p:nvPr/>
        </p:nvSpPr>
        <p:spPr bwMode="auto">
          <a:xfrm>
            <a:off x="4024313" y="3646488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85" name="TextBox 65"/>
          <p:cNvSpPr txBox="1">
            <a:spLocks noChangeArrowheads="1"/>
          </p:cNvSpPr>
          <p:nvPr/>
        </p:nvSpPr>
        <p:spPr bwMode="auto">
          <a:xfrm>
            <a:off x="5883275" y="36353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높이</a:t>
            </a:r>
          </a:p>
        </p:txBody>
      </p:sp>
      <p:sp>
        <p:nvSpPr>
          <p:cNvPr id="34886" name="직사각형 66"/>
          <p:cNvSpPr>
            <a:spLocks noChangeArrowheads="1"/>
          </p:cNvSpPr>
          <p:nvPr/>
        </p:nvSpPr>
        <p:spPr bwMode="auto">
          <a:xfrm>
            <a:off x="6954838" y="3640138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87" name="TextBox 65"/>
          <p:cNvSpPr txBox="1">
            <a:spLocks noChangeArrowheads="1"/>
          </p:cNvSpPr>
          <p:nvPr/>
        </p:nvSpPr>
        <p:spPr bwMode="auto">
          <a:xfrm>
            <a:off x="488950" y="40576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체적</a:t>
            </a:r>
          </a:p>
        </p:txBody>
      </p:sp>
      <p:sp>
        <p:nvSpPr>
          <p:cNvPr id="34888" name="직사각형 66"/>
          <p:cNvSpPr>
            <a:spLocks noChangeArrowheads="1"/>
          </p:cNvSpPr>
          <p:nvPr/>
        </p:nvSpPr>
        <p:spPr bwMode="auto">
          <a:xfrm>
            <a:off x="1560513" y="40624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89" name="TextBox 65"/>
          <p:cNvSpPr txBox="1">
            <a:spLocks noChangeArrowheads="1"/>
          </p:cNvSpPr>
          <p:nvPr/>
        </p:nvSpPr>
        <p:spPr bwMode="auto">
          <a:xfrm>
            <a:off x="2471738" y="1295400"/>
            <a:ext cx="7286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규격명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90" name="직사각형 66"/>
          <p:cNvSpPr>
            <a:spLocks noChangeArrowheads="1"/>
          </p:cNvSpPr>
          <p:nvPr/>
        </p:nvSpPr>
        <p:spPr bwMode="auto">
          <a:xfrm>
            <a:off x="3232150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91" name="TextBox 65"/>
          <p:cNvSpPr txBox="1">
            <a:spLocks noChangeArrowheads="1"/>
          </p:cNvSpPr>
          <p:nvPr/>
        </p:nvSpPr>
        <p:spPr bwMode="auto">
          <a:xfrm>
            <a:off x="4722813" y="1295400"/>
            <a:ext cx="9509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규격유형코드</a:t>
            </a:r>
          </a:p>
        </p:txBody>
      </p:sp>
      <p:sp>
        <p:nvSpPr>
          <p:cNvPr id="34892" name="직사각형 66"/>
          <p:cNvSpPr>
            <a:spLocks noChangeArrowheads="1"/>
          </p:cNvSpPr>
          <p:nvPr/>
        </p:nvSpPr>
        <p:spPr bwMode="auto">
          <a:xfrm>
            <a:off x="5681663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93" name="TextBox 65"/>
          <p:cNvSpPr txBox="1">
            <a:spLocks noChangeArrowheads="1"/>
          </p:cNvSpPr>
          <p:nvPr/>
        </p:nvSpPr>
        <p:spPr bwMode="auto">
          <a:xfrm>
            <a:off x="2952750" y="40576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(kg)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94" name="직사각형 66"/>
          <p:cNvSpPr>
            <a:spLocks noChangeArrowheads="1"/>
          </p:cNvSpPr>
          <p:nvPr/>
        </p:nvSpPr>
        <p:spPr bwMode="auto">
          <a:xfrm>
            <a:off x="4024313" y="40624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95" name="TextBox 65"/>
          <p:cNvSpPr txBox="1">
            <a:spLocks noChangeArrowheads="1"/>
          </p:cNvSpPr>
          <p:nvPr/>
        </p:nvSpPr>
        <p:spPr bwMode="auto">
          <a:xfrm>
            <a:off x="5905500" y="40576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34896" name="직사각형 66"/>
          <p:cNvSpPr>
            <a:spLocks noChangeArrowheads="1"/>
          </p:cNvSpPr>
          <p:nvPr/>
        </p:nvSpPr>
        <p:spPr bwMode="auto">
          <a:xfrm>
            <a:off x="6977063" y="40624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516773"/>
              </p:ext>
            </p:extLst>
          </p:nvPr>
        </p:nvGraphicFramePr>
        <p:xfrm>
          <a:off x="355600" y="2195513"/>
          <a:ext cx="8989888" cy="428626"/>
        </p:xfrm>
        <a:graphic>
          <a:graphicData uri="http://schemas.openxmlformats.org/drawingml/2006/table">
            <a:tbl>
              <a:tblPr/>
              <a:tblGrid>
                <a:gridCol w="34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4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2915490892"/>
                    </a:ext>
                  </a:extLst>
                </a:gridCol>
                <a:gridCol w="307560">
                  <a:extLst>
                    <a:ext uri="{9D8B030D-6E8A-4147-A177-3AD203B41FA5}">
                      <a16:colId xmlns:a16="http://schemas.microsoft.com/office/drawing/2014/main" val="39962646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3211402600"/>
                    </a:ext>
                  </a:extLst>
                </a:gridCol>
                <a:gridCol w="307560">
                  <a:extLst>
                    <a:ext uri="{9D8B030D-6E8A-4147-A177-3AD203B41FA5}">
                      <a16:colId xmlns:a16="http://schemas.microsoft.com/office/drawing/2014/main" val="3199284095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565844081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1734934158"/>
                    </a:ext>
                  </a:extLst>
                </a:gridCol>
                <a:gridCol w="307560">
                  <a:extLst>
                    <a:ext uri="{9D8B030D-6E8A-4147-A177-3AD203B41FA5}">
                      <a16:colId xmlns:a16="http://schemas.microsoft.com/office/drawing/2014/main" val="1264664058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3972146084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1531864745"/>
                    </a:ext>
                  </a:extLst>
                </a:gridCol>
                <a:gridCol w="307560">
                  <a:extLst>
                    <a:ext uri="{9D8B030D-6E8A-4147-A177-3AD203B41FA5}">
                      <a16:colId xmlns:a16="http://schemas.microsoft.com/office/drawing/2014/main" val="3738629874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3444633194"/>
                    </a:ext>
                  </a:extLst>
                </a:gridCol>
                <a:gridCol w="307560">
                  <a:extLst>
                    <a:ext uri="{9D8B030D-6E8A-4147-A177-3AD203B41FA5}">
                      <a16:colId xmlns:a16="http://schemas.microsoft.com/office/drawing/2014/main" val="768607996"/>
                    </a:ext>
                  </a:extLst>
                </a:gridCol>
                <a:gridCol w="307561">
                  <a:extLst>
                    <a:ext uri="{9D8B030D-6E8A-4147-A177-3AD203B41FA5}">
                      <a16:colId xmlns:a16="http://schemas.microsoft.com/office/drawing/2014/main" val="1819726780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46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765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47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30748" name="TextBox 65"/>
          <p:cNvSpPr txBox="1">
            <a:spLocks noChangeArrowheads="1"/>
          </p:cNvSpPr>
          <p:nvPr/>
        </p:nvSpPr>
        <p:spPr bwMode="auto">
          <a:xfrm>
            <a:off x="2079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49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50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0751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075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075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0754" name="직사각형 48"/>
          <p:cNvSpPr>
            <a:spLocks noChangeArrowheads="1"/>
          </p:cNvSpPr>
          <p:nvPr/>
        </p:nvSpPr>
        <p:spPr bwMode="auto">
          <a:xfrm>
            <a:off x="20050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55" name="TextBox 65"/>
          <p:cNvSpPr txBox="1">
            <a:spLocks noChangeArrowheads="1"/>
          </p:cNvSpPr>
          <p:nvPr/>
        </p:nvSpPr>
        <p:spPr bwMode="auto">
          <a:xfrm>
            <a:off x="320198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파렛트규격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56" name="직사각형 66"/>
          <p:cNvSpPr>
            <a:spLocks noChangeArrowheads="1"/>
          </p:cNvSpPr>
          <p:nvPr/>
        </p:nvSpPr>
        <p:spPr bwMode="auto">
          <a:xfrm>
            <a:off x="416083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57" name="직사각형 48"/>
          <p:cNvSpPr>
            <a:spLocks noChangeArrowheads="1"/>
          </p:cNvSpPr>
          <p:nvPr/>
        </p:nvSpPr>
        <p:spPr bwMode="auto">
          <a:xfrm>
            <a:off x="519588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58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0759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0760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30761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30762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63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764" name="직사각형 51"/>
          <p:cNvSpPr>
            <a:spLocks noChangeArrowheads="1"/>
          </p:cNvSpPr>
          <p:nvPr/>
        </p:nvSpPr>
        <p:spPr bwMode="auto">
          <a:xfrm>
            <a:off x="6162675" y="1828800"/>
            <a:ext cx="63658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라벨출력</a:t>
            </a:r>
          </a:p>
        </p:txBody>
      </p:sp>
      <p:grpSp>
        <p:nvGrpSpPr>
          <p:cNvPr id="30765" name="그룹 52"/>
          <p:cNvGrpSpPr>
            <a:grpSpLocks/>
          </p:cNvGrpSpPr>
          <p:nvPr/>
        </p:nvGrpSpPr>
        <p:grpSpPr bwMode="auto">
          <a:xfrm>
            <a:off x="488950" y="3233738"/>
            <a:ext cx="2071688" cy="230187"/>
            <a:chOff x="3238492" y="1428736"/>
            <a:chExt cx="2071698" cy="230832"/>
          </a:xfrm>
        </p:grpSpPr>
        <p:sp>
          <p:nvSpPr>
            <p:cNvPr id="3078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파렛트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785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66" name="직사각형 54"/>
          <p:cNvSpPr>
            <a:spLocks noChangeArrowheads="1"/>
          </p:cNvSpPr>
          <p:nvPr/>
        </p:nvSpPr>
        <p:spPr bwMode="auto">
          <a:xfrm>
            <a:off x="309563" y="3068638"/>
            <a:ext cx="9234487" cy="10810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767" name="그룹 53"/>
          <p:cNvGrpSpPr>
            <a:grpSpLocks/>
          </p:cNvGrpSpPr>
          <p:nvPr/>
        </p:nvGrpSpPr>
        <p:grpSpPr bwMode="auto">
          <a:xfrm>
            <a:off x="2952750" y="3241675"/>
            <a:ext cx="2071688" cy="230188"/>
            <a:chOff x="5703308" y="1166221"/>
            <a:chExt cx="2071698" cy="230832"/>
          </a:xfrm>
        </p:grpSpPr>
        <p:sp>
          <p:nvSpPr>
            <p:cNvPr id="30782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파렛트명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783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768" name="그룹 56"/>
          <p:cNvGrpSpPr>
            <a:grpSpLocks/>
          </p:cNvGrpSpPr>
          <p:nvPr/>
        </p:nvGrpSpPr>
        <p:grpSpPr bwMode="auto">
          <a:xfrm>
            <a:off x="5883275" y="3222625"/>
            <a:ext cx="2071688" cy="230188"/>
            <a:chOff x="3238492" y="1428736"/>
            <a:chExt cx="2071698" cy="230832"/>
          </a:xfrm>
        </p:grpSpPr>
        <p:sp>
          <p:nvSpPr>
            <p:cNvPr id="3078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규격코드</a:t>
              </a:r>
            </a:p>
          </p:txBody>
        </p:sp>
        <p:sp>
          <p:nvSpPr>
            <p:cNvPr id="3078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769" name="그룹 59"/>
          <p:cNvGrpSpPr>
            <a:grpSpLocks/>
          </p:cNvGrpSpPr>
          <p:nvPr/>
        </p:nvGrpSpPr>
        <p:grpSpPr bwMode="auto">
          <a:xfrm>
            <a:off x="488950" y="3651250"/>
            <a:ext cx="2071688" cy="230188"/>
            <a:chOff x="3238492" y="1428736"/>
            <a:chExt cx="2071698" cy="230832"/>
          </a:xfrm>
        </p:grpSpPr>
        <p:sp>
          <p:nvSpPr>
            <p:cNvPr id="3077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</a:p>
          </p:txBody>
        </p:sp>
        <p:sp>
          <p:nvSpPr>
            <p:cNvPr id="3077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70" name="직사각형 33"/>
          <p:cNvSpPr>
            <a:spLocks noChangeArrowheads="1"/>
          </p:cNvSpPr>
          <p:nvPr/>
        </p:nvSpPr>
        <p:spPr bwMode="auto">
          <a:xfrm>
            <a:off x="2417763" y="36576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771" name="직사각형 33"/>
          <p:cNvSpPr>
            <a:spLocks noChangeArrowheads="1"/>
          </p:cNvSpPr>
          <p:nvPr/>
        </p:nvSpPr>
        <p:spPr bwMode="auto">
          <a:xfrm>
            <a:off x="7808913" y="32273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772" name="TextBox 65"/>
          <p:cNvSpPr txBox="1">
            <a:spLocks noChangeArrowheads="1"/>
          </p:cNvSpPr>
          <p:nvPr/>
        </p:nvSpPr>
        <p:spPr bwMode="auto">
          <a:xfrm>
            <a:off x="2967038" y="36528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30773" name="직사각형 66"/>
          <p:cNvSpPr>
            <a:spLocks noChangeArrowheads="1"/>
          </p:cNvSpPr>
          <p:nvPr/>
        </p:nvSpPr>
        <p:spPr bwMode="auto">
          <a:xfrm>
            <a:off x="4038600" y="3657600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51"/>
          <p:cNvSpPr>
            <a:spLocks noChangeArrowheads="1"/>
          </p:cNvSpPr>
          <p:nvPr/>
        </p:nvSpPr>
        <p:spPr bwMode="auto">
          <a:xfrm>
            <a:off x="5313040" y="1838325"/>
            <a:ext cx="7572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일괄생성</a:t>
            </a:r>
          </a:p>
        </p:txBody>
      </p:sp>
      <p:sp>
        <p:nvSpPr>
          <p:cNvPr id="45" name="직사각형 33"/>
          <p:cNvSpPr>
            <a:spLocks noChangeArrowheads="1"/>
          </p:cNvSpPr>
          <p:nvPr/>
        </p:nvSpPr>
        <p:spPr bwMode="auto">
          <a:xfrm>
            <a:off x="4891611" y="365841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3075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075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30765" name="그룹 52"/>
          <p:cNvGrpSpPr>
            <a:grpSpLocks/>
          </p:cNvGrpSpPr>
          <p:nvPr/>
        </p:nvGrpSpPr>
        <p:grpSpPr bwMode="auto">
          <a:xfrm>
            <a:off x="2957139" y="2523345"/>
            <a:ext cx="2071688" cy="230187"/>
            <a:chOff x="3238492" y="1428736"/>
            <a:chExt cx="2071698" cy="230832"/>
          </a:xfrm>
        </p:grpSpPr>
        <p:sp>
          <p:nvSpPr>
            <p:cNvPr id="3078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파렛트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갯수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785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66" name="직사각형 54"/>
          <p:cNvSpPr>
            <a:spLocks noChangeArrowheads="1"/>
          </p:cNvSpPr>
          <p:nvPr/>
        </p:nvSpPr>
        <p:spPr bwMode="auto">
          <a:xfrm>
            <a:off x="2216696" y="1628800"/>
            <a:ext cx="4176464" cy="25209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768" name="그룹 56"/>
          <p:cNvGrpSpPr>
            <a:grpSpLocks/>
          </p:cNvGrpSpPr>
          <p:nvPr/>
        </p:nvGrpSpPr>
        <p:grpSpPr bwMode="auto">
          <a:xfrm>
            <a:off x="2946824" y="3342828"/>
            <a:ext cx="2071688" cy="230188"/>
            <a:chOff x="3238492" y="1428736"/>
            <a:chExt cx="2071698" cy="230832"/>
          </a:xfrm>
        </p:grpSpPr>
        <p:sp>
          <p:nvSpPr>
            <p:cNvPr id="3078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규격코드</a:t>
              </a:r>
            </a:p>
          </p:txBody>
        </p:sp>
        <p:sp>
          <p:nvSpPr>
            <p:cNvPr id="3078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71" name="직사각형 33"/>
          <p:cNvSpPr>
            <a:spLocks noChangeArrowheads="1"/>
          </p:cNvSpPr>
          <p:nvPr/>
        </p:nvSpPr>
        <p:spPr bwMode="auto">
          <a:xfrm>
            <a:off x="4869272" y="334865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직사각형 51"/>
          <p:cNvSpPr>
            <a:spLocks noChangeArrowheads="1"/>
          </p:cNvSpPr>
          <p:nvPr/>
        </p:nvSpPr>
        <p:spPr bwMode="auto">
          <a:xfrm>
            <a:off x="5313040" y="1838325"/>
            <a:ext cx="7572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일괄생성</a:t>
            </a:r>
          </a:p>
        </p:txBody>
      </p:sp>
      <p:grpSp>
        <p:nvGrpSpPr>
          <p:cNvPr id="42" name="그룹 53"/>
          <p:cNvGrpSpPr>
            <a:grpSpLocks/>
          </p:cNvGrpSpPr>
          <p:nvPr/>
        </p:nvGrpSpPr>
        <p:grpSpPr bwMode="auto">
          <a:xfrm>
            <a:off x="2952750" y="2924944"/>
            <a:ext cx="2071688" cy="230188"/>
            <a:chOff x="5703308" y="1166221"/>
            <a:chExt cx="2071698" cy="230832"/>
          </a:xfrm>
        </p:grpSpPr>
        <p:sp>
          <p:nvSpPr>
            <p:cNvPr id="43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파렛트명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81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박스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55600" y="2195513"/>
          <a:ext cx="5807075" cy="428626"/>
        </p:xfrm>
        <a:graphic>
          <a:graphicData uri="http://schemas.openxmlformats.org/drawingml/2006/table">
            <a:tbl>
              <a:tblPr/>
              <a:tblGrid>
                <a:gridCol w="40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794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8207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5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박스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32796" name="TextBox 65"/>
          <p:cNvSpPr txBox="1">
            <a:spLocks noChangeArrowheads="1"/>
          </p:cNvSpPr>
          <p:nvPr/>
        </p:nvSpPr>
        <p:spPr bwMode="auto">
          <a:xfrm>
            <a:off x="2079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박스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7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8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2799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280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280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2802" name="TextBox 65"/>
          <p:cNvSpPr txBox="1">
            <a:spLocks noChangeArrowheads="1"/>
          </p:cNvSpPr>
          <p:nvPr/>
        </p:nvSpPr>
        <p:spPr bwMode="auto">
          <a:xfrm>
            <a:off x="3201988" y="1312863"/>
            <a:ext cx="9604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규격코드</a:t>
            </a:r>
          </a:p>
        </p:txBody>
      </p:sp>
      <p:sp>
        <p:nvSpPr>
          <p:cNvPr id="32803" name="직사각형 66"/>
          <p:cNvSpPr>
            <a:spLocks noChangeArrowheads="1"/>
          </p:cNvSpPr>
          <p:nvPr/>
        </p:nvSpPr>
        <p:spPr bwMode="auto">
          <a:xfrm>
            <a:off x="416083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804" name="직사각형 48"/>
          <p:cNvSpPr>
            <a:spLocks noChangeArrowheads="1"/>
          </p:cNvSpPr>
          <p:nvPr/>
        </p:nvSpPr>
        <p:spPr bwMode="auto">
          <a:xfrm>
            <a:off x="519588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805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2806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2807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32808" name="TextBox 65"/>
          <p:cNvSpPr txBox="1">
            <a:spLocks noChangeArrowheads="1"/>
          </p:cNvSpPr>
          <p:nvPr/>
        </p:nvSpPr>
        <p:spPr bwMode="auto">
          <a:xfrm>
            <a:off x="6408738" y="1295400"/>
            <a:ext cx="9604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32809" name="직사각형 66"/>
          <p:cNvSpPr>
            <a:spLocks noChangeArrowheads="1"/>
          </p:cNvSpPr>
          <p:nvPr/>
        </p:nvSpPr>
        <p:spPr bwMode="auto">
          <a:xfrm>
            <a:off x="7405688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810" name="직사각형 33"/>
          <p:cNvSpPr>
            <a:spLocks noChangeArrowheads="1"/>
          </p:cNvSpPr>
          <p:nvPr/>
        </p:nvSpPr>
        <p:spPr bwMode="auto">
          <a:xfrm>
            <a:off x="8264525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811" name="직사각형 51"/>
          <p:cNvSpPr>
            <a:spLocks noChangeArrowheads="1"/>
          </p:cNvSpPr>
          <p:nvPr/>
        </p:nvSpPr>
        <p:spPr bwMode="auto">
          <a:xfrm>
            <a:off x="6162675" y="1828800"/>
            <a:ext cx="63658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라벨출력</a:t>
            </a:r>
          </a:p>
        </p:txBody>
      </p:sp>
      <p:grpSp>
        <p:nvGrpSpPr>
          <p:cNvPr id="36909" name="그룹 52"/>
          <p:cNvGrpSpPr>
            <a:grpSpLocks/>
          </p:cNvGrpSpPr>
          <p:nvPr/>
        </p:nvGrpSpPr>
        <p:grpSpPr bwMode="auto">
          <a:xfrm>
            <a:off x="488950" y="3233738"/>
            <a:ext cx="2071688" cy="230187"/>
            <a:chOff x="3238492" y="1428736"/>
            <a:chExt cx="2071698" cy="230832"/>
          </a:xfrm>
          <a:noFill/>
        </p:grpSpPr>
        <p:sp>
          <p:nvSpPr>
            <p:cNvPr id="3692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박스코드</a:t>
              </a:r>
            </a:p>
          </p:txBody>
        </p:sp>
        <p:sp>
          <p:nvSpPr>
            <p:cNvPr id="36925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813" name="직사각형 54"/>
          <p:cNvSpPr>
            <a:spLocks noChangeArrowheads="1"/>
          </p:cNvSpPr>
          <p:nvPr/>
        </p:nvSpPr>
        <p:spPr bwMode="auto">
          <a:xfrm>
            <a:off x="309563" y="3068638"/>
            <a:ext cx="9234487" cy="10810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6911" name="그룹 53"/>
          <p:cNvGrpSpPr>
            <a:grpSpLocks/>
          </p:cNvGrpSpPr>
          <p:nvPr/>
        </p:nvGrpSpPr>
        <p:grpSpPr bwMode="auto">
          <a:xfrm>
            <a:off x="2952750" y="3241675"/>
            <a:ext cx="2071688" cy="230188"/>
            <a:chOff x="5703308" y="1166221"/>
            <a:chExt cx="2071698" cy="230832"/>
          </a:xfrm>
          <a:noFill/>
        </p:grpSpPr>
        <p:sp>
          <p:nvSpPr>
            <p:cNvPr id="36922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923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2815" name="그룹 56"/>
          <p:cNvGrpSpPr>
            <a:grpSpLocks/>
          </p:cNvGrpSpPr>
          <p:nvPr/>
        </p:nvGrpSpPr>
        <p:grpSpPr bwMode="auto">
          <a:xfrm>
            <a:off x="5883275" y="3222625"/>
            <a:ext cx="2071688" cy="230188"/>
            <a:chOff x="3238492" y="1428736"/>
            <a:chExt cx="2071698" cy="230832"/>
          </a:xfrm>
        </p:grpSpPr>
        <p:sp>
          <p:nvSpPr>
            <p:cNvPr id="3282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규격코드</a:t>
              </a:r>
            </a:p>
          </p:txBody>
        </p:sp>
        <p:sp>
          <p:nvSpPr>
            <p:cNvPr id="3282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2816" name="그룹 59"/>
          <p:cNvGrpSpPr>
            <a:grpSpLocks/>
          </p:cNvGrpSpPr>
          <p:nvPr/>
        </p:nvGrpSpPr>
        <p:grpSpPr bwMode="auto">
          <a:xfrm>
            <a:off x="488950" y="3651250"/>
            <a:ext cx="2071688" cy="230188"/>
            <a:chOff x="3238492" y="1428736"/>
            <a:chExt cx="2071698" cy="230832"/>
          </a:xfrm>
        </p:grpSpPr>
        <p:sp>
          <p:nvSpPr>
            <p:cNvPr id="3282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</a:p>
          </p:txBody>
        </p:sp>
        <p:sp>
          <p:nvSpPr>
            <p:cNvPr id="3282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817" name="직사각형 33"/>
          <p:cNvSpPr>
            <a:spLocks noChangeArrowheads="1"/>
          </p:cNvSpPr>
          <p:nvPr/>
        </p:nvSpPr>
        <p:spPr bwMode="auto">
          <a:xfrm>
            <a:off x="2417763" y="36576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818" name="직사각형 33"/>
          <p:cNvSpPr>
            <a:spLocks noChangeArrowheads="1"/>
          </p:cNvSpPr>
          <p:nvPr/>
        </p:nvSpPr>
        <p:spPr bwMode="auto">
          <a:xfrm>
            <a:off x="7808913" y="32273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819" name="TextBox 65"/>
          <p:cNvSpPr txBox="1">
            <a:spLocks noChangeArrowheads="1"/>
          </p:cNvSpPr>
          <p:nvPr/>
        </p:nvSpPr>
        <p:spPr bwMode="auto">
          <a:xfrm>
            <a:off x="2967038" y="365283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</a:p>
        </p:txBody>
      </p:sp>
      <p:sp>
        <p:nvSpPr>
          <p:cNvPr id="32820" name="직사각형 66"/>
          <p:cNvSpPr>
            <a:spLocks noChangeArrowheads="1"/>
          </p:cNvSpPr>
          <p:nvPr/>
        </p:nvSpPr>
        <p:spPr bwMode="auto">
          <a:xfrm>
            <a:off x="4038600" y="3657600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33"/>
          <p:cNvSpPr>
            <a:spLocks noChangeArrowheads="1"/>
          </p:cNvSpPr>
          <p:nvPr/>
        </p:nvSpPr>
        <p:spPr bwMode="auto">
          <a:xfrm>
            <a:off x="4891611" y="365841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직사각형 51"/>
          <p:cNvSpPr>
            <a:spLocks noChangeArrowheads="1"/>
          </p:cNvSpPr>
          <p:nvPr/>
        </p:nvSpPr>
        <p:spPr bwMode="auto">
          <a:xfrm>
            <a:off x="5313040" y="1838325"/>
            <a:ext cx="7572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일괄생성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박스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3075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075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0766" name="직사각형 54"/>
          <p:cNvSpPr>
            <a:spLocks noChangeArrowheads="1"/>
          </p:cNvSpPr>
          <p:nvPr/>
        </p:nvSpPr>
        <p:spPr bwMode="auto">
          <a:xfrm>
            <a:off x="2216696" y="1628800"/>
            <a:ext cx="4176464" cy="25209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51"/>
          <p:cNvSpPr>
            <a:spLocks noChangeArrowheads="1"/>
          </p:cNvSpPr>
          <p:nvPr/>
        </p:nvSpPr>
        <p:spPr bwMode="auto">
          <a:xfrm>
            <a:off x="5313040" y="1838325"/>
            <a:ext cx="7572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일괄생성</a:t>
            </a:r>
          </a:p>
        </p:txBody>
      </p:sp>
      <p:grpSp>
        <p:nvGrpSpPr>
          <p:cNvPr id="14" name="그룹 52"/>
          <p:cNvGrpSpPr>
            <a:grpSpLocks/>
          </p:cNvGrpSpPr>
          <p:nvPr/>
        </p:nvGrpSpPr>
        <p:grpSpPr bwMode="auto">
          <a:xfrm>
            <a:off x="2957139" y="2523345"/>
            <a:ext cx="2071688" cy="230187"/>
            <a:chOff x="3238492" y="1428736"/>
            <a:chExt cx="2071698" cy="230832"/>
          </a:xfrm>
        </p:grpSpPr>
        <p:sp>
          <p:nvSpPr>
            <p:cNvPr id="1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박스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갯수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56"/>
          <p:cNvGrpSpPr>
            <a:grpSpLocks/>
          </p:cNvGrpSpPr>
          <p:nvPr/>
        </p:nvGrpSpPr>
        <p:grpSpPr bwMode="auto">
          <a:xfrm>
            <a:off x="2946824" y="3342828"/>
            <a:ext cx="2071688" cy="230188"/>
            <a:chOff x="3238492" y="1428736"/>
            <a:chExt cx="2071698" cy="230832"/>
          </a:xfrm>
        </p:grpSpPr>
        <p:sp>
          <p:nvSpPr>
            <p:cNvPr id="1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규격코드</a:t>
              </a:r>
            </a:p>
          </p:txBody>
        </p:sp>
        <p:sp>
          <p:nvSpPr>
            <p:cNvPr id="1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" name="직사각형 33"/>
          <p:cNvSpPr>
            <a:spLocks noChangeArrowheads="1"/>
          </p:cNvSpPr>
          <p:nvPr/>
        </p:nvSpPr>
        <p:spPr bwMode="auto">
          <a:xfrm>
            <a:off x="4869272" y="334865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21" name="그룹 53"/>
          <p:cNvGrpSpPr>
            <a:grpSpLocks/>
          </p:cNvGrpSpPr>
          <p:nvPr/>
        </p:nvGrpSpPr>
        <p:grpSpPr bwMode="auto">
          <a:xfrm>
            <a:off x="2952750" y="2924944"/>
            <a:ext cx="2071688" cy="230188"/>
            <a:chOff x="5703308" y="1166221"/>
            <a:chExt cx="2071698" cy="230832"/>
          </a:xfrm>
        </p:grpSpPr>
        <p:sp>
          <p:nvSpPr>
            <p:cNvPr id="22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091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권역관리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392510"/>
              </p:ext>
            </p:extLst>
          </p:nvPr>
        </p:nvGraphicFramePr>
        <p:xfrm>
          <a:off x="355600" y="2259013"/>
          <a:ext cx="8413824" cy="428626"/>
        </p:xfrm>
        <a:graphic>
          <a:graphicData uri="http://schemas.openxmlformats.org/drawingml/2006/table">
            <a:tbl>
              <a:tblPr/>
              <a:tblGrid>
                <a:gridCol w="503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922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권역그룹코드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권역순위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강남지역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893" name="직사각형 54"/>
          <p:cNvSpPr>
            <a:spLocks noChangeArrowheads="1"/>
          </p:cNvSpPr>
          <p:nvPr/>
        </p:nvSpPr>
        <p:spPr bwMode="auto">
          <a:xfrm>
            <a:off x="301625" y="2090738"/>
            <a:ext cx="9215438" cy="8826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94" name="TextBox 55"/>
          <p:cNvSpPr txBox="1">
            <a:spLocks noChangeArrowheads="1"/>
          </p:cNvSpPr>
          <p:nvPr/>
        </p:nvSpPr>
        <p:spPr bwMode="auto">
          <a:xfrm>
            <a:off x="381000" y="1974676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권역 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95" name="TextBox 65"/>
          <p:cNvSpPr txBox="1">
            <a:spLocks noChangeArrowheads="1"/>
          </p:cNvSpPr>
          <p:nvPr/>
        </p:nvSpPr>
        <p:spPr bwMode="auto">
          <a:xfrm>
            <a:off x="207963" y="1295400"/>
            <a:ext cx="7286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권역코드</a:t>
            </a:r>
          </a:p>
        </p:txBody>
      </p:sp>
      <p:sp>
        <p:nvSpPr>
          <p:cNvPr id="36896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97" name="직사각형 51"/>
          <p:cNvSpPr>
            <a:spLocks noChangeArrowheads="1"/>
          </p:cNvSpPr>
          <p:nvPr/>
        </p:nvSpPr>
        <p:spPr bwMode="auto">
          <a:xfrm>
            <a:off x="848836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6898" name="직사각형 51"/>
          <p:cNvSpPr>
            <a:spLocks noChangeArrowheads="1"/>
          </p:cNvSpPr>
          <p:nvPr/>
        </p:nvSpPr>
        <p:spPr bwMode="auto">
          <a:xfrm>
            <a:off x="68564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689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690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6901" name="직사각형 51"/>
          <p:cNvSpPr>
            <a:spLocks noChangeArrowheads="1"/>
          </p:cNvSpPr>
          <p:nvPr/>
        </p:nvSpPr>
        <p:spPr bwMode="auto">
          <a:xfrm>
            <a:off x="74025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6902" name="직사각형 51"/>
          <p:cNvSpPr>
            <a:spLocks noChangeArrowheads="1"/>
          </p:cNvSpPr>
          <p:nvPr/>
        </p:nvSpPr>
        <p:spPr bwMode="auto">
          <a:xfrm>
            <a:off x="7948613" y="18351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6903" name="직사각형 51"/>
          <p:cNvSpPr>
            <a:spLocks noChangeArrowheads="1"/>
          </p:cNvSpPr>
          <p:nvPr/>
        </p:nvSpPr>
        <p:spPr bwMode="auto">
          <a:xfrm>
            <a:off x="9026525" y="18351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36904" name="그룹 52"/>
          <p:cNvGrpSpPr>
            <a:grpSpLocks/>
          </p:cNvGrpSpPr>
          <p:nvPr/>
        </p:nvGrpSpPr>
        <p:grpSpPr bwMode="auto">
          <a:xfrm>
            <a:off x="488950" y="3233738"/>
            <a:ext cx="2071688" cy="230187"/>
            <a:chOff x="3238492" y="1428736"/>
            <a:chExt cx="2071698" cy="230832"/>
          </a:xfrm>
        </p:grpSpPr>
        <p:sp>
          <p:nvSpPr>
            <p:cNvPr id="3692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권역코드</a:t>
              </a:r>
            </a:p>
          </p:txBody>
        </p:sp>
        <p:sp>
          <p:nvSpPr>
            <p:cNvPr id="36926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905" name="직사각형 54"/>
          <p:cNvSpPr>
            <a:spLocks noChangeArrowheads="1"/>
          </p:cNvSpPr>
          <p:nvPr/>
        </p:nvSpPr>
        <p:spPr bwMode="auto">
          <a:xfrm>
            <a:off x="309563" y="3068638"/>
            <a:ext cx="9234487" cy="19446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6906" name="그룹 53"/>
          <p:cNvGrpSpPr>
            <a:grpSpLocks/>
          </p:cNvGrpSpPr>
          <p:nvPr/>
        </p:nvGrpSpPr>
        <p:grpSpPr bwMode="auto">
          <a:xfrm>
            <a:off x="2952750" y="3241675"/>
            <a:ext cx="2071688" cy="230188"/>
            <a:chOff x="5703308" y="1166221"/>
            <a:chExt cx="2071698" cy="230832"/>
          </a:xfrm>
        </p:grpSpPr>
        <p:sp>
          <p:nvSpPr>
            <p:cNvPr id="36923" name="TextBox 65"/>
            <p:cNvSpPr txBox="1">
              <a:spLocks noChangeArrowheads="1"/>
            </p:cNvSpPr>
            <p:nvPr/>
          </p:nvSpPr>
          <p:spPr bwMode="auto">
            <a:xfrm>
              <a:off x="5703308" y="1166221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권역명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924" name="직사각형 66"/>
            <p:cNvSpPr>
              <a:spLocks noChangeArrowheads="1"/>
            </p:cNvSpPr>
            <p:nvPr/>
          </p:nvSpPr>
          <p:spPr bwMode="auto">
            <a:xfrm>
              <a:off x="6774881" y="1170986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6907" name="그룹 59"/>
          <p:cNvGrpSpPr>
            <a:grpSpLocks/>
          </p:cNvGrpSpPr>
          <p:nvPr/>
        </p:nvGrpSpPr>
        <p:grpSpPr bwMode="auto">
          <a:xfrm>
            <a:off x="488950" y="4468813"/>
            <a:ext cx="2071688" cy="230187"/>
            <a:chOff x="6169032" y="1827295"/>
            <a:chExt cx="2071698" cy="230832"/>
          </a:xfrm>
        </p:grpSpPr>
        <p:sp>
          <p:nvSpPr>
            <p:cNvPr id="36921" name="TextBox 65"/>
            <p:cNvSpPr txBox="1">
              <a:spLocks noChangeArrowheads="1"/>
            </p:cNvSpPr>
            <p:nvPr/>
          </p:nvSpPr>
          <p:spPr bwMode="auto">
            <a:xfrm>
              <a:off x="6169032" y="1827295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사용여부</a:t>
              </a:r>
            </a:p>
          </p:txBody>
        </p:sp>
        <p:sp>
          <p:nvSpPr>
            <p:cNvPr id="36922" name="직사각형 66"/>
            <p:cNvSpPr>
              <a:spLocks noChangeArrowheads="1"/>
            </p:cNvSpPr>
            <p:nvPr/>
          </p:nvSpPr>
          <p:spPr bwMode="auto">
            <a:xfrm>
              <a:off x="7240605" y="1832059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908" name="직사각형 33"/>
          <p:cNvSpPr>
            <a:spLocks noChangeArrowheads="1"/>
          </p:cNvSpPr>
          <p:nvPr/>
        </p:nvSpPr>
        <p:spPr bwMode="auto">
          <a:xfrm>
            <a:off x="2433638" y="4481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6909" name="TextBox 65"/>
          <p:cNvSpPr txBox="1">
            <a:spLocks noChangeArrowheads="1"/>
          </p:cNvSpPr>
          <p:nvPr/>
        </p:nvSpPr>
        <p:spPr bwMode="auto">
          <a:xfrm>
            <a:off x="488950" y="36401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권역그룹코드</a:t>
            </a:r>
          </a:p>
        </p:txBody>
      </p:sp>
      <p:sp>
        <p:nvSpPr>
          <p:cNvPr id="36910" name="직사각형 66"/>
          <p:cNvSpPr>
            <a:spLocks noChangeArrowheads="1"/>
          </p:cNvSpPr>
          <p:nvPr/>
        </p:nvSpPr>
        <p:spPr bwMode="auto">
          <a:xfrm>
            <a:off x="1560513" y="36449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911" name="TextBox 65"/>
          <p:cNvSpPr txBox="1">
            <a:spLocks noChangeArrowheads="1"/>
          </p:cNvSpPr>
          <p:nvPr/>
        </p:nvSpPr>
        <p:spPr bwMode="auto">
          <a:xfrm>
            <a:off x="2952750" y="364172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권역우선순위</a:t>
            </a:r>
          </a:p>
        </p:txBody>
      </p:sp>
      <p:sp>
        <p:nvSpPr>
          <p:cNvPr id="36912" name="직사각형 66"/>
          <p:cNvSpPr>
            <a:spLocks noChangeArrowheads="1"/>
          </p:cNvSpPr>
          <p:nvPr/>
        </p:nvSpPr>
        <p:spPr bwMode="auto">
          <a:xfrm>
            <a:off x="4024313" y="3646488"/>
            <a:ext cx="1000125" cy="212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913" name="TextBox 65"/>
          <p:cNvSpPr txBox="1">
            <a:spLocks noChangeArrowheads="1"/>
          </p:cNvSpPr>
          <p:nvPr/>
        </p:nvSpPr>
        <p:spPr bwMode="auto">
          <a:xfrm>
            <a:off x="488950" y="40576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36914" name="직사각형 66"/>
          <p:cNvSpPr>
            <a:spLocks noChangeArrowheads="1"/>
          </p:cNvSpPr>
          <p:nvPr/>
        </p:nvSpPr>
        <p:spPr bwMode="auto">
          <a:xfrm>
            <a:off x="1560513" y="4062413"/>
            <a:ext cx="3455987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915" name="TextBox 65"/>
          <p:cNvSpPr txBox="1">
            <a:spLocks noChangeArrowheads="1"/>
          </p:cNvSpPr>
          <p:nvPr/>
        </p:nvSpPr>
        <p:spPr bwMode="auto">
          <a:xfrm>
            <a:off x="2471738" y="1295400"/>
            <a:ext cx="7286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권역명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916" name="직사각형 66"/>
          <p:cNvSpPr>
            <a:spLocks noChangeArrowheads="1"/>
          </p:cNvSpPr>
          <p:nvPr/>
        </p:nvSpPr>
        <p:spPr bwMode="auto">
          <a:xfrm>
            <a:off x="3232150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691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691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692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91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18695</TotalTime>
  <Words>1498</Words>
  <Application>Microsoft Office PowerPoint</Application>
  <PresentationFormat>A4 용지(210x297mm)</PresentationFormat>
  <Paragraphs>1071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굴림</vt:lpstr>
      <vt:lpstr>굴림체</vt:lpstr>
      <vt:lpstr>맑은 고딕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918</cp:revision>
  <dcterms:created xsi:type="dcterms:W3CDTF">2002-03-20T01:19:40Z</dcterms:created>
  <dcterms:modified xsi:type="dcterms:W3CDTF">2017-03-15T06:45:37Z</dcterms:modified>
</cp:coreProperties>
</file>