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  <a:srgbClr val="3399FF"/>
    <a:srgbClr val="99CCFF"/>
    <a:srgbClr val="538ED5"/>
    <a:srgbClr val="CCFF66"/>
    <a:srgbClr val="E1D8D3"/>
    <a:srgbClr val="B2B2B2"/>
    <a:srgbClr val="D7DACC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3927" autoAdjust="0"/>
  </p:normalViewPr>
  <p:slideViewPr>
    <p:cSldViewPr>
      <p:cViewPr varScale="1">
        <p:scale>
          <a:sx n="92" d="100"/>
          <a:sy n="92" d="100"/>
        </p:scale>
        <p:origin x="546" y="84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DD703BC-9474-4387-A098-37793276D99D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706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B585588-F589-4367-8E85-92A7DC75B3D7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683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B68B6E5-127C-4954-8293-27E507B06AB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418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06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615044"/>
              </p:ext>
            </p:extLst>
          </p:nvPr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 dirty="0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 dirty="0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12019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0438C7D7-EF83-4815-9676-DAFB6DB5E7D1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1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체크항목등록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정합성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0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10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 err="1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이종건</a:t>
            </a:r>
            <a:endParaRPr lang="ko-KR" altLang="en-US" sz="900" b="1" dirty="0">
              <a:solidFill>
                <a:srgbClr val="7777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408226" y="1497225"/>
            <a:ext cx="2160000" cy="79208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입고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진행율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2712482" y="1497225"/>
            <a:ext cx="2160000" cy="792088"/>
          </a:xfrm>
          <a:prstGeom prst="rect">
            <a:avLst/>
          </a:prstGeom>
          <a:solidFill>
            <a:srgbClr val="33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출고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진행율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4410" y="2073289"/>
            <a:ext cx="5760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  <a:ea typeface="+mn-ea"/>
              </a:rPr>
              <a:t>자세히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4370" y="1517915"/>
            <a:ext cx="900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n-ea"/>
                <a:ea typeface="+mn-ea"/>
              </a:rPr>
              <a:t>100 %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226" y="1842457"/>
            <a:ext cx="2196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1,000 / 1,000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68666" y="2073289"/>
            <a:ext cx="5760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  <a:ea typeface="+mn-ea"/>
              </a:rPr>
              <a:t>자세히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8626" y="1517915"/>
            <a:ext cx="900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n-ea"/>
                <a:ea typeface="+mn-ea"/>
              </a:rPr>
              <a:t>100 %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12482" y="1842457"/>
            <a:ext cx="2196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1,000 / 1,000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5016738" y="1497225"/>
            <a:ext cx="2160000" cy="7920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atin typeface="+mn-ea"/>
                <a:ea typeface="+mn-ea"/>
              </a:rPr>
              <a:t>피킹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ko-KR" altLang="en-US" dirty="0" err="1">
                <a:latin typeface="+mn-ea"/>
                <a:ea typeface="+mn-ea"/>
              </a:rPr>
              <a:t>진행율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81192" y="2073289"/>
            <a:ext cx="5760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  <a:ea typeface="+mn-ea"/>
              </a:rPr>
              <a:t>자세히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4417" y="1842457"/>
            <a:ext cx="2196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1,500 / 1,500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7320994" y="1484784"/>
            <a:ext cx="2160000" cy="792088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현재고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(Box)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85448" y="2060848"/>
            <a:ext cx="5760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  <a:ea typeface="+mn-ea"/>
              </a:rPr>
              <a:t>자세히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8673" y="1830016"/>
            <a:ext cx="2196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100,000,000.12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16251" y="1517914"/>
            <a:ext cx="900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n-ea"/>
                <a:ea typeface="+mn-ea"/>
              </a:rPr>
              <a:t>100 %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406882" y="2498587"/>
            <a:ext cx="5626237" cy="18069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재고 현황</a:t>
            </a:r>
          </a:p>
        </p:txBody>
      </p:sp>
      <p:sp>
        <p:nvSpPr>
          <p:cNvPr id="33" name="직사각형 32"/>
          <p:cNvSpPr/>
          <p:nvPr/>
        </p:nvSpPr>
        <p:spPr bwMode="auto">
          <a:xfrm>
            <a:off x="6151306" y="2498587"/>
            <a:ext cx="3329687" cy="18069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Zone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별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적재율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776536" y="2793369"/>
            <a:ext cx="0" cy="115212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/>
          <p:cNvCxnSpPr/>
          <p:nvPr/>
        </p:nvCxnSpPr>
        <p:spPr bwMode="auto">
          <a:xfrm>
            <a:off x="776536" y="3945497"/>
            <a:ext cx="5112568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연결선 11"/>
          <p:cNvCxnSpPr/>
          <p:nvPr/>
        </p:nvCxnSpPr>
        <p:spPr bwMode="auto">
          <a:xfrm>
            <a:off x="992560" y="3009393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직선 연결선 43"/>
          <p:cNvCxnSpPr/>
          <p:nvPr/>
        </p:nvCxnSpPr>
        <p:spPr bwMode="auto">
          <a:xfrm flipV="1">
            <a:off x="2460991" y="3056833"/>
            <a:ext cx="1719808" cy="21475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직선 연결선 45"/>
          <p:cNvCxnSpPr/>
          <p:nvPr/>
        </p:nvCxnSpPr>
        <p:spPr bwMode="auto">
          <a:xfrm>
            <a:off x="4209070" y="3069966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타원 14"/>
          <p:cNvSpPr/>
          <p:nvPr/>
        </p:nvSpPr>
        <p:spPr bwMode="auto">
          <a:xfrm>
            <a:off x="7147947" y="2862879"/>
            <a:ext cx="1336403" cy="1296144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cxnSp>
        <p:nvCxnSpPr>
          <p:cNvPr id="18" name="직선 연결선 17"/>
          <p:cNvCxnSpPr/>
          <p:nvPr/>
        </p:nvCxnSpPr>
        <p:spPr bwMode="auto">
          <a:xfrm flipH="1">
            <a:off x="7816148" y="2856300"/>
            <a:ext cx="1" cy="65465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직선 연결선 50"/>
          <p:cNvCxnSpPr/>
          <p:nvPr/>
        </p:nvCxnSpPr>
        <p:spPr bwMode="auto">
          <a:xfrm>
            <a:off x="7816148" y="3510951"/>
            <a:ext cx="498322" cy="394004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직선 연결선 53"/>
          <p:cNvCxnSpPr/>
          <p:nvPr/>
        </p:nvCxnSpPr>
        <p:spPr bwMode="auto">
          <a:xfrm flipH="1">
            <a:off x="7257256" y="3510951"/>
            <a:ext cx="558891" cy="35771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직선 연결선 56"/>
          <p:cNvCxnSpPr>
            <a:endCxn id="15" idx="1"/>
          </p:cNvCxnSpPr>
          <p:nvPr/>
        </p:nvCxnSpPr>
        <p:spPr bwMode="auto">
          <a:xfrm flipH="1" flipV="1">
            <a:off x="7343659" y="3052695"/>
            <a:ext cx="472488" cy="47640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직선 연결선 59"/>
          <p:cNvCxnSpPr/>
          <p:nvPr/>
        </p:nvCxnSpPr>
        <p:spPr bwMode="auto">
          <a:xfrm flipH="1" flipV="1">
            <a:off x="7571581" y="2906181"/>
            <a:ext cx="244566" cy="61134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8452935" y="3058901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  <a:ea typeface="+mn-ea"/>
              </a:rPr>
              <a:t>A Zone</a:t>
            </a:r>
          </a:p>
          <a:p>
            <a:pPr algn="ctr"/>
            <a:r>
              <a:rPr lang="en-US" altLang="ko-KR" sz="900" dirty="0">
                <a:latin typeface="+mn-ea"/>
                <a:ea typeface="+mn-ea"/>
              </a:rPr>
              <a:t>20 %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406882" y="4503743"/>
            <a:ext cx="5626237" cy="18069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ko-KR" altLang="en-US" dirty="0">
                <a:latin typeface="+mn-ea"/>
                <a:ea typeface="+mn-ea"/>
              </a:rPr>
              <a:t>고객사별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재고 현황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상위 </a:t>
            </a:r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ko-KR" altLang="en-US" dirty="0">
                <a:latin typeface="+mn-ea"/>
                <a:ea typeface="+mn-ea"/>
              </a:rPr>
              <a:t>위 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5" name="직사각형 64"/>
          <p:cNvSpPr/>
          <p:nvPr/>
        </p:nvSpPr>
        <p:spPr bwMode="auto">
          <a:xfrm>
            <a:off x="6151306" y="4503743"/>
            <a:ext cx="3329687" cy="18069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고객사별 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보관율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66" name="직선 연결선 65"/>
          <p:cNvCxnSpPr/>
          <p:nvPr/>
        </p:nvCxnSpPr>
        <p:spPr bwMode="auto">
          <a:xfrm>
            <a:off x="776536" y="4798525"/>
            <a:ext cx="0" cy="115212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직선 연결선 66"/>
          <p:cNvCxnSpPr/>
          <p:nvPr/>
        </p:nvCxnSpPr>
        <p:spPr bwMode="auto">
          <a:xfrm>
            <a:off x="776536" y="5950653"/>
            <a:ext cx="5112568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직선 연결선 67"/>
          <p:cNvCxnSpPr/>
          <p:nvPr/>
        </p:nvCxnSpPr>
        <p:spPr bwMode="auto">
          <a:xfrm>
            <a:off x="992560" y="5014549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직선 연결선 68"/>
          <p:cNvCxnSpPr/>
          <p:nvPr/>
        </p:nvCxnSpPr>
        <p:spPr bwMode="auto">
          <a:xfrm flipV="1">
            <a:off x="2460991" y="5061989"/>
            <a:ext cx="1719808" cy="21475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직선 연결선 69"/>
          <p:cNvCxnSpPr/>
          <p:nvPr/>
        </p:nvCxnSpPr>
        <p:spPr bwMode="auto">
          <a:xfrm>
            <a:off x="4209070" y="5075122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1" name="타원 70"/>
          <p:cNvSpPr/>
          <p:nvPr/>
        </p:nvSpPr>
        <p:spPr bwMode="auto">
          <a:xfrm>
            <a:off x="7147947" y="4868035"/>
            <a:ext cx="1336403" cy="1296144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000" tIns="36000" rIns="18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Optima" pitchFamily="2" charset="2"/>
              <a:ea typeface="굴림체" pitchFamily="49" charset="-127"/>
            </a:endParaRPr>
          </a:p>
        </p:txBody>
      </p:sp>
      <p:cxnSp>
        <p:nvCxnSpPr>
          <p:cNvPr id="72" name="직선 연결선 71"/>
          <p:cNvCxnSpPr/>
          <p:nvPr/>
        </p:nvCxnSpPr>
        <p:spPr bwMode="auto">
          <a:xfrm flipH="1">
            <a:off x="7816148" y="4861456"/>
            <a:ext cx="1" cy="65465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직선 연결선 72"/>
          <p:cNvCxnSpPr/>
          <p:nvPr/>
        </p:nvCxnSpPr>
        <p:spPr bwMode="auto">
          <a:xfrm>
            <a:off x="7816148" y="5516107"/>
            <a:ext cx="498322" cy="394004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직선 연결선 73"/>
          <p:cNvCxnSpPr/>
          <p:nvPr/>
        </p:nvCxnSpPr>
        <p:spPr bwMode="auto">
          <a:xfrm flipH="1">
            <a:off x="7257256" y="5516107"/>
            <a:ext cx="558891" cy="357713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직선 연결선 74"/>
          <p:cNvCxnSpPr>
            <a:endCxn id="71" idx="1"/>
          </p:cNvCxnSpPr>
          <p:nvPr/>
        </p:nvCxnSpPr>
        <p:spPr bwMode="auto">
          <a:xfrm flipH="1" flipV="1">
            <a:off x="7343659" y="5057851"/>
            <a:ext cx="472488" cy="47640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직선 연결선 75"/>
          <p:cNvCxnSpPr/>
          <p:nvPr/>
        </p:nvCxnSpPr>
        <p:spPr bwMode="auto">
          <a:xfrm flipH="1" flipV="1">
            <a:off x="7571581" y="4911337"/>
            <a:ext cx="244566" cy="61134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8452935" y="506405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  <a:ea typeface="+mn-ea"/>
              </a:rPr>
              <a:t>A </a:t>
            </a:r>
            <a:r>
              <a:rPr lang="ko-KR" altLang="en-US" sz="900" dirty="0">
                <a:latin typeface="+mn-ea"/>
                <a:ea typeface="+mn-ea"/>
              </a:rPr>
              <a:t>고객</a:t>
            </a:r>
            <a:endParaRPr lang="en-US" altLang="ko-KR" sz="900" dirty="0">
              <a:latin typeface="+mn-ea"/>
              <a:ea typeface="+mn-ea"/>
            </a:endParaRPr>
          </a:p>
          <a:p>
            <a:pPr algn="ctr"/>
            <a:r>
              <a:rPr lang="en-US" altLang="ko-KR" sz="900" dirty="0">
                <a:latin typeface="+mn-ea"/>
                <a:ea typeface="+mn-ea"/>
              </a:rPr>
              <a:t>20 %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78" name="직선 연결선 77"/>
          <p:cNvCxnSpPr/>
          <p:nvPr/>
        </p:nvCxnSpPr>
        <p:spPr bwMode="auto">
          <a:xfrm>
            <a:off x="1014867" y="5320130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직선 연결선 78"/>
          <p:cNvCxnSpPr/>
          <p:nvPr/>
        </p:nvCxnSpPr>
        <p:spPr bwMode="auto">
          <a:xfrm flipV="1">
            <a:off x="2483298" y="5367570"/>
            <a:ext cx="1719808" cy="21475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4231377" y="5380703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직선 연결선 80"/>
          <p:cNvCxnSpPr/>
          <p:nvPr/>
        </p:nvCxnSpPr>
        <p:spPr bwMode="auto">
          <a:xfrm flipV="1">
            <a:off x="1035533" y="5121924"/>
            <a:ext cx="1447764" cy="319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직선 연결선 81"/>
          <p:cNvCxnSpPr/>
          <p:nvPr/>
        </p:nvCxnSpPr>
        <p:spPr bwMode="auto">
          <a:xfrm>
            <a:off x="2493631" y="5119823"/>
            <a:ext cx="1730141" cy="4986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직선 연결선 82"/>
          <p:cNvCxnSpPr/>
          <p:nvPr/>
        </p:nvCxnSpPr>
        <p:spPr bwMode="auto">
          <a:xfrm>
            <a:off x="4252043" y="5182816"/>
            <a:ext cx="1440160" cy="26219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18692</TotalTime>
  <Words>66</Words>
  <Application>Microsoft Office PowerPoint</Application>
  <PresentationFormat>A4 용지(210x297mm)</PresentationFormat>
  <Paragraphs>27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Optima</vt:lpstr>
      <vt:lpstr>굴림</vt:lpstr>
      <vt:lpstr>굴림체</vt:lpstr>
      <vt:lpstr>맑은 고딕</vt:lpstr>
      <vt:lpstr>1_기본 디자인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1104</cp:revision>
  <dcterms:created xsi:type="dcterms:W3CDTF">2002-03-20T01:19:40Z</dcterms:created>
  <dcterms:modified xsi:type="dcterms:W3CDTF">2017-09-22T02:40:54Z</dcterms:modified>
</cp:coreProperties>
</file>