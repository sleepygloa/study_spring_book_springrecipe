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67" r:id="rId2"/>
    <p:sldId id="268" r:id="rId3"/>
    <p:sldId id="277" r:id="rId4"/>
    <p:sldId id="269" r:id="rId5"/>
    <p:sldId id="270" r:id="rId6"/>
    <p:sldId id="278" r:id="rId7"/>
    <p:sldId id="271" r:id="rId8"/>
    <p:sldId id="272" r:id="rId9"/>
    <p:sldId id="273" r:id="rId10"/>
    <p:sldId id="276" r:id="rId11"/>
    <p:sldId id="274" r:id="rId12"/>
    <p:sldId id="275" r:id="rId13"/>
  </p:sldIdLst>
  <p:sldSz cx="9906000" cy="6858000" type="A4"/>
  <p:notesSz cx="9753600" cy="68548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204">
          <p15:clr>
            <a:srgbClr val="A4A3A4"/>
          </p15:clr>
        </p15:guide>
        <p15:guide id="3" pos="54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7586"/>
    <a:srgbClr val="CCE1B1"/>
    <a:srgbClr val="E1D8D3"/>
    <a:srgbClr val="D7DACC"/>
    <a:srgbClr val="EAEAEA"/>
    <a:srgbClr val="588C5A"/>
    <a:srgbClr val="FF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 autoAdjust="0"/>
    <p:restoredTop sz="95349" autoAdjust="0"/>
  </p:normalViewPr>
  <p:slideViewPr>
    <p:cSldViewPr>
      <p:cViewPr varScale="1">
        <p:scale>
          <a:sx n="95" d="100"/>
          <a:sy n="95" d="100"/>
        </p:scale>
        <p:origin x="114" y="90"/>
      </p:cViewPr>
      <p:guideLst>
        <p:guide orient="horz" pos="4247"/>
        <p:guide pos="6204"/>
        <p:guide pos="54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26088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26088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0A76A59-033A-454F-B879-63A558583B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80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26088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21013" y="514350"/>
            <a:ext cx="3713162" cy="2570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3255963"/>
            <a:ext cx="7804150" cy="308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26088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4AE875C-18AC-4733-B3F6-C38FE979DF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05093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729828E-09A7-4438-9D1A-44458AA6C621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25915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E303339-A1E4-48FD-B37C-65AD125F93D3}" type="slidenum">
              <a:rPr lang="en-US" altLang="ko-KR" smtClean="0"/>
              <a:pPr>
                <a:spcBef>
                  <a:spcPct val="0"/>
                </a:spcBef>
              </a:pPr>
              <a:t>2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600465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E303339-A1E4-48FD-B37C-65AD125F93D3}" type="slidenum">
              <a:rPr lang="en-US" altLang="ko-KR" smtClean="0"/>
              <a:pPr>
                <a:spcBef>
                  <a:spcPct val="0"/>
                </a:spcBef>
              </a:pPr>
              <a:t>3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51300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9B07662-B5BE-4293-97ED-CF3426C15995}" type="slidenum">
              <a:rPr lang="en-US" altLang="ko-KR" smtClean="0"/>
              <a:pPr>
                <a:spcBef>
                  <a:spcPct val="0"/>
                </a:spcBef>
              </a:pPr>
              <a:t>4</a:t>
            </a:fld>
            <a:endParaRPr lang="en-US" altLang="ko-KR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00920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4FAF6C3-3E04-4B9A-B1EA-08CBFDC0E32E}" type="slidenum">
              <a:rPr lang="en-US" altLang="ko-KR" smtClean="0"/>
              <a:pPr>
                <a:spcBef>
                  <a:spcPct val="0"/>
                </a:spcBef>
              </a:pPr>
              <a:t>5</a:t>
            </a:fld>
            <a:endParaRPr lang="en-US" altLang="ko-KR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5391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4FAF6C3-3E04-4B9A-B1EA-08CBFDC0E32E}" type="slidenum">
              <a:rPr lang="en-US" altLang="ko-KR" smtClean="0"/>
              <a:pPr>
                <a:spcBef>
                  <a:spcPct val="0"/>
                </a:spcBef>
              </a:pPr>
              <a:t>6</a:t>
            </a:fld>
            <a:endParaRPr lang="en-US" altLang="ko-KR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34281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5677A98-31EE-46E4-879C-7CF15B898849}" type="slidenum">
              <a:rPr lang="en-US" altLang="ko-KR" smtClean="0"/>
              <a:pPr>
                <a:spcBef>
                  <a:spcPct val="0"/>
                </a:spcBef>
              </a:pPr>
              <a:t>7</a:t>
            </a:fld>
            <a:endParaRPr lang="en-US" altLang="ko-KR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99979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D6D0D82-16A1-4D7D-B340-51414921EBB9}" type="slidenum">
              <a:rPr lang="en-US" altLang="ko-KR" smtClean="0"/>
              <a:pPr>
                <a:spcBef>
                  <a:spcPct val="0"/>
                </a:spcBef>
              </a:pPr>
              <a:t>8</a:t>
            </a:fld>
            <a:endParaRPr lang="en-US" altLang="ko-K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34979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88E52B1-E7CC-4851-9E63-442EB26D16C2}" type="slidenum">
              <a:rPr lang="en-US" altLang="ko-KR" smtClean="0"/>
              <a:pPr>
                <a:spcBef>
                  <a:spcPct val="0"/>
                </a:spcBef>
              </a:pPr>
              <a:t>9</a:t>
            </a:fld>
            <a:endParaRPr lang="en-US" altLang="ko-K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82210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88E52B1-E7CC-4851-9E63-442EB26D16C2}" type="slidenum">
              <a:rPr lang="en-US" altLang="ko-KR" smtClean="0"/>
              <a:pPr>
                <a:spcBef>
                  <a:spcPct val="0"/>
                </a:spcBef>
              </a:pPr>
              <a:t>10</a:t>
            </a:fld>
            <a:endParaRPr lang="en-US" altLang="ko-K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012120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011577C-E294-4E29-93DA-B4960C8FA464}" type="slidenum">
              <a:rPr lang="en-US" altLang="ko-KR" smtClean="0"/>
              <a:pPr>
                <a:spcBef>
                  <a:spcPct val="0"/>
                </a:spcBef>
              </a:pPr>
              <a:t>11</a:t>
            </a:fld>
            <a:endParaRPr lang="en-US" altLang="ko-KR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71478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5A1D3BB-E5D1-4263-AD57-28AF637C276D}" type="slidenum">
              <a:rPr lang="en-US" altLang="ko-KR" smtClean="0"/>
              <a:pPr>
                <a:spcBef>
                  <a:spcPct val="0"/>
                </a:spcBef>
              </a:pPr>
              <a:t>12</a:t>
            </a:fld>
            <a:endParaRPr lang="en-US" altLang="ko-KR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3900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62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495" name="Group 159"/>
          <p:cNvGraphicFramePr>
            <a:graphicFrameLocks noGrp="1"/>
          </p:cNvGraphicFramePr>
          <p:nvPr/>
        </p:nvGraphicFramePr>
        <p:xfrm>
          <a:off x="203200" y="260350"/>
          <a:ext cx="9474200" cy="738189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(PWM)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53" name="Group 160"/>
          <p:cNvGrpSpPr>
            <a:grpSpLocks/>
          </p:cNvGrpSpPr>
          <p:nvPr userDrawn="1"/>
        </p:nvGrpSpPr>
        <p:grpSpPr bwMode="auto">
          <a:xfrm>
            <a:off x="1219200" y="260350"/>
            <a:ext cx="7086600" cy="733425"/>
            <a:chOff x="816" y="164"/>
            <a:chExt cx="4464" cy="462"/>
          </a:xfrm>
        </p:grpSpPr>
        <p:grpSp>
          <p:nvGrpSpPr>
            <p:cNvPr id="1057" name="Group 161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1060" name="Text Box 162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endParaRPr lang="ko-KR" altLang="ko-KR" b="1">
                  <a:solidFill>
                    <a:srgbClr val="777777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61" name="Text Box 163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endParaRPr lang="ko-KR" altLang="ko-KR" b="1">
                  <a:solidFill>
                    <a:srgbClr val="777777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058" name="Group 164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" name="Text Box 165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777777"/>
                    </a:solidFill>
                    <a:latin typeface="+mn-ea"/>
                    <a:ea typeface="+mn-ea"/>
                  </a:rPr>
                  <a:t>D3000_</a:t>
                </a:r>
                <a:r>
                  <a:rPr lang="ko-KR" altLang="en-US" b="1">
                    <a:solidFill>
                      <a:srgbClr val="777777"/>
                    </a:solidFill>
                    <a:latin typeface="+mn-ea"/>
                    <a:ea typeface="+mn-ea"/>
                  </a:rPr>
                  <a:t>시스템 설계</a:t>
                </a:r>
              </a:p>
            </p:txBody>
          </p:sp>
          <p:sp>
            <p:nvSpPr>
              <p:cNvPr id="1059" name="Text Box 166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777777"/>
                    </a:solidFill>
                    <a:latin typeface="+mn-ea"/>
                    <a:ea typeface="+mn-ea"/>
                  </a:rPr>
                  <a:t>D3210_</a:t>
                </a:r>
                <a:r>
                  <a:rPr lang="ko-KR" altLang="en-US" b="1">
                    <a:solidFill>
                      <a:srgbClr val="777777"/>
                    </a:solidFill>
                    <a:latin typeface="+mn-ea"/>
                    <a:ea typeface="+mn-ea"/>
                  </a:rPr>
                  <a:t>프로그램 목록</a:t>
                </a:r>
              </a:p>
            </p:txBody>
          </p:sp>
        </p:grpSp>
      </p:grpSp>
      <p:sp>
        <p:nvSpPr>
          <p:cNvPr id="38" name="TextBox 37"/>
          <p:cNvSpPr txBox="1"/>
          <p:nvPr userDrawn="1"/>
        </p:nvSpPr>
        <p:spPr>
          <a:xfrm>
            <a:off x="7011988" y="765175"/>
            <a:ext cx="1152525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algn="ctr" eaLnBrk="1" latinLnBrk="1" hangingPunct="1">
              <a:defRPr/>
            </a:pPr>
            <a:fld id="{ED642AB3-4133-48AE-9843-6A9CD487F6E8}" type="slidenum">
              <a:rPr lang="en-US" altLang="ko-KR" b="1" smtClean="0">
                <a:solidFill>
                  <a:srgbClr val="777777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>
              <a:latin typeface="+mn-ea"/>
              <a:ea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506" y="6580100"/>
            <a:ext cx="816894" cy="1965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739" y="455404"/>
            <a:ext cx="1457849" cy="374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474934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입하예정등록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PWMIB101E_P1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입하예정등록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입하예정등록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 팝업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PWMIB103E_R1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검수지시서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상품별 검수수량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PWMIB103E_R2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팔레트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라벨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팔레트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라벨 발행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검수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검수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입고관리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PWMIB105E_R1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 로케이션 지시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PWMIB105E_R2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입고라벨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입고라벨 발행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PWMIB106E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시리얼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시리얼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입고현황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PWMIB108Q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공급처 별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공급처 별 입고조회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PWMIB109Q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입고조회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 입고조회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PWMIB110Q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입고진행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입고진행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이고발주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PWMIB120E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이고의뢰등록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PWMIB120E_P1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이고의뢰등록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4343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19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09918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출고예정등록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PWMOB101E_P1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출고예정등록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출고예정 신규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수정팝업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PWMOB102E_P1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배분조정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부족재고 제품 배분 조정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WAVE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기준 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기준등록 신규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WAVE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(WAVE),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PWMOB104E_P1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WAVE-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생성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(WAVE)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생성 팝업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출고지시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할당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출고지시 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PWMOB105E_R1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피킹지시서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피킹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PWMOB105E_R2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Total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피킹지시서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Total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피킹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PWMOB105E_R3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분배지시서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분배지시서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PWMOB105E_R4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출고라벨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출고라벨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PWMOB105E_R5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상차지시서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상차지시서 출력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PWMOB106E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출고피킹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출고지시 건에 대한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Picking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취소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출하관리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출고상차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출하건 에 대한 검수 후 상차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PWMOB108E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출고확정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피킹완료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건 출하확정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PWMOB108E_R1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 거래명세서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거래명세서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REPORT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PWMOB109E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출고시리얼스캔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 시리얼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6391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19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6235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PWMOB109E_R1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 시리얼 리스트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출고시리얼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REPORT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PWMOB110E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배송완료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배송완료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미배송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출고현황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PWMOB111Q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배송처별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배송처별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출고진행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PWMOB112Q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 출고진행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PWMOB113Q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출고조회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미배송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미배송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현황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PWMOB114Q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출고진행현황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출고진행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6391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19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235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184643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PWMRI101E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반입예정등록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반입예정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PWMRI101E_P1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반입예정등록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반입예정 등록 팝업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PWMRI102E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반입검수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 검수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PWMRI103E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반입적치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 적치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PWMRI104Q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반입내역조회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반입내역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반출관리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PWMRO101E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반출예정등록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반출예정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PWMRO101E_P1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반출예정등록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반출예정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PWMRO102E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반출지시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반출지시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PWMRO103E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반출피킹확정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반출피킹확정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PWMRO104Q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반출내역조회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반출내역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8439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79142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PWMST101E_P1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수시이동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수시 이동 등록 팝업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PWMST101E_P1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보충이동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보충 이동 등록 팝업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PWMST101E_R1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이동지시서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재고조정처리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재고조정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PWMST102E_P1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재고조정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재고조정 등록 팝업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제품코드변경처리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제품코드변경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PWMST103E_P1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제품코드변경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제품코드변경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PWMST103E_R1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제품코드변경지시서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제품코드변경지시서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제품상태변경처리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제품상태변경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PWMST104E_P1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제품상태변경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제품상태변경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PWMST104E_R1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제품상태변경지시서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제품상태변경지시서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PWMST105E_P1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PWMST105E_R1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PWMST106E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재고보류해제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재고보류해제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PWMST106E_P1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재고보류해제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재고보류해제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0487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231341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PWMST107E_P1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조립등록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조립등록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PWMST107E_P2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해체등록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해체등록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PWMST107E_R1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조립지시서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조립지시서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PWMST107E_R2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해체지시서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해체지시서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PWMST107E_R3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입고라벨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유통가공 입고라벨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PWMST108E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PWMST108E_P1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 대상생성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 대상 생성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PWMST108E_R1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재고실사지시서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 지시서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PWMST108E_R2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재고실사차이내역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 차이내역 출력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PWMST109E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재고수불 이월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재고수불 이월 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0487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038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2560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PWMST201Q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재고현황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 재고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PWMST202Q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재고현황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재고 조회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PWMST203Q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재고현황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-LOT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별 재고 조회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PWMST204Q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재고현황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통합재고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 재고 조회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PWMST205Q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임박재고현황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임박재고 조회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PWMST206Q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체화재고현황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체화재고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조회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PWMST207Q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일자별수불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일자별수불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조회 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PWMST208Q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기간별 수불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기간별 상세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PWMST209Q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 수불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 수불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PWMST210Q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제품별입출고현황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제품별입출고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PWMST211Q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재고입출고 이력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 입출고내역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2535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532754"/>
              </p:ext>
            </p:extLst>
          </p:nvPr>
        </p:nvGraphicFramePr>
        <p:xfrm>
          <a:off x="200025" y="1052513"/>
          <a:ext cx="9463088" cy="5291137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8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PDA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PWMPDAIB101E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입고검수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검수처리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PWMPDAIB102E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입고적치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적치처리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PWMPDAOB101E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출고피킹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피킹처리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PWMPDAOB102E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출고상차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상차처리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PWMPDAST101E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지시이동처리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재고이동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임의이동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임의이동처리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재고실사 처리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재고상태변경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불량품등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분할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분할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병합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병합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PWMPDAST108E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화주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별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PWMPDAST109E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제품재고조회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제품재고조회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8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PWMPDAST110E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로케이션재고조회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 조회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4583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214571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마스터관리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PWMMS101E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물류센터관리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물류센터 속성값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창고관리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창고 섹션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존관리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PWMMS104E_P1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일괄생성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로케이션코드 일괄생성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고객사관리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PWMMS106E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공급처관리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공급처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배송처관리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배송처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PWMMS108E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제품분류관리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 관리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PWMMS109E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제품상세관리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PWMMS109E_T1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-UOM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입수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PWMMS109E_T2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센터별관리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센터별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제품정보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PWMMS110E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세트제품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BOM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세트제품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PWMMS111E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제품고정로케이션관리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고정로케이션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PWMMS112E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규격관리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Pallet, Box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PWMMS113E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팔레트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팔레트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PWMMS113E_P1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팔레트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일괄생성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팔레트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일괄생성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PWMMS114E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6631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36234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마스터관리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PWMMS114E_P1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ID-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일괄생성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일괄생성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PWMMS115E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권역관리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권역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6631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07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58787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시스템관리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PWMSM101E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운영규칙등록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물류센터 운영규칙 설정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고객별 운영규칙 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센터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화주 별 기준설정 등록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LOT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적치설정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PWMSM104E_P1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적치설정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할당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할당설정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PWMSM105E_P1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할당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할당설정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PWMSM106E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보충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보충설정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PWMSM106E_P1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보충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전략 보충설정 팝업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물류센터설정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물류센터설정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PWMSM108E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고객사설정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고객사설정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18679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01" name="Group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246887"/>
              </p:ext>
            </p:extLst>
          </p:nvPr>
        </p:nvGraphicFramePr>
        <p:xfrm>
          <a:off x="200025" y="1052513"/>
          <a:ext cx="9463088" cy="5335594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4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ID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Program Name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개발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완료일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인터페이스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PWMIF101E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체크항목등록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체크항목등록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PWMIF102E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코드매핑등록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코드매핑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등록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PWMIF103E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레이아웃매핑등록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레이아웃매핑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등록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PWMIF103E_P1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레이아웃매핑등록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팝업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레이아웃매핑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등록 팝업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PWMIF104E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식별자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정보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식별자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정보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PWMIF105E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수신처리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수신처리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PWMIF106E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송신처리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송신처리</a:t>
                      </a: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PWMIF107E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송수신스케쥴관리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송수신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스케쥴관리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952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20727" name="Group 3745"/>
          <p:cNvGrpSpPr>
            <a:grpSpLocks/>
          </p:cNvGrpSpPr>
          <p:nvPr/>
        </p:nvGrpSpPr>
        <p:grpSpPr bwMode="auto">
          <a:xfrm>
            <a:off x="6870700" y="260350"/>
            <a:ext cx="1466850" cy="476250"/>
            <a:chOff x="5162" y="164"/>
            <a:chExt cx="924" cy="300"/>
          </a:xfrm>
        </p:grpSpPr>
        <p:sp>
          <p:nvSpPr>
            <p:cNvPr id="5" name="Text Box 3746"/>
            <p:cNvSpPr txBox="1">
              <a:spLocks noChangeArrowheads="1"/>
            </p:cNvSpPr>
            <p:nvPr/>
          </p:nvSpPr>
          <p:spPr bwMode="auto">
            <a:xfrm>
              <a:off x="5179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이종혁</a:t>
              </a:r>
            </a:p>
          </p:txBody>
        </p:sp>
        <p:sp>
          <p:nvSpPr>
            <p:cNvPr id="6" name="Text Box 3747"/>
            <p:cNvSpPr txBox="1">
              <a:spLocks noChangeArrowheads="1"/>
            </p:cNvSpPr>
            <p:nvPr/>
          </p:nvSpPr>
          <p:spPr bwMode="auto">
            <a:xfrm>
              <a:off x="5162" y="320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1pPr>
              <a:lvl2pPr marL="742950" indent="-28575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2pPr>
              <a:lvl3pPr marL="11430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3pPr>
              <a:lvl4pPr marL="16002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4pPr>
              <a:lvl5pPr marL="2057400" indent="-228600" latinLnBrk="1"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2016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년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10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월 </a:t>
              </a:r>
              <a:r>
                <a:rPr lang="en-US" altLang="ko-KR" b="1" dirty="0">
                  <a:solidFill>
                    <a:srgbClr val="777777"/>
                  </a:solidFill>
                  <a:latin typeface="+mn-ea"/>
                  <a:ea typeface="+mn-ea"/>
                </a:rPr>
                <a:t>21</a:t>
              </a:r>
              <a:r>
                <a:rPr lang="ko-KR" altLang="en-US" b="1" dirty="0">
                  <a:solidFill>
                    <a:srgbClr val="777777"/>
                  </a:solidFill>
                  <a:latin typeface="+mn-ea"/>
                  <a:ea typeface="+mn-ea"/>
                </a:rPr>
                <a:t>일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9735</TotalTime>
  <Words>1290</Words>
  <Application>Microsoft Office PowerPoint</Application>
  <PresentationFormat>A4 용지(210x297mm)</PresentationFormat>
  <Paragraphs>632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가는각진제목체</vt:lpstr>
      <vt:lpstr>굴림</vt:lpstr>
      <vt:lpstr>맑은 고딕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257</cp:revision>
  <cp:lastPrinted>2016-11-30T06:45:28Z</cp:lastPrinted>
  <dcterms:created xsi:type="dcterms:W3CDTF">2002-03-20T01:19:40Z</dcterms:created>
  <dcterms:modified xsi:type="dcterms:W3CDTF">2016-12-27T04:26:54Z</dcterms:modified>
</cp:coreProperties>
</file>