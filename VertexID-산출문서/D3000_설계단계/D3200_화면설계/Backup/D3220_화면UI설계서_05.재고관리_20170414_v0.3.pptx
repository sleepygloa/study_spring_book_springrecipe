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9"/>
  </p:notesMasterIdLst>
  <p:handoutMasterIdLst>
    <p:handoutMasterId r:id="rId40"/>
  </p:handoutMasterIdLst>
  <p:sldIdLst>
    <p:sldId id="281" r:id="rId2"/>
    <p:sldId id="282" r:id="rId3"/>
    <p:sldId id="290" r:id="rId4"/>
    <p:sldId id="287" r:id="rId5"/>
    <p:sldId id="283" r:id="rId6"/>
    <p:sldId id="286" r:id="rId7"/>
    <p:sldId id="288" r:id="rId8"/>
    <p:sldId id="291" r:id="rId9"/>
    <p:sldId id="292" r:id="rId10"/>
    <p:sldId id="293" r:id="rId11"/>
    <p:sldId id="296" r:id="rId12"/>
    <p:sldId id="297" r:id="rId13"/>
    <p:sldId id="324" r:id="rId14"/>
    <p:sldId id="325" r:id="rId15"/>
    <p:sldId id="298" r:id="rId16"/>
    <p:sldId id="299" r:id="rId17"/>
    <p:sldId id="319" r:id="rId18"/>
    <p:sldId id="320" r:id="rId19"/>
    <p:sldId id="321" r:id="rId20"/>
    <p:sldId id="322" r:id="rId21"/>
    <p:sldId id="323" r:id="rId22"/>
    <p:sldId id="300" r:id="rId23"/>
    <p:sldId id="301" r:id="rId24"/>
    <p:sldId id="302" r:id="rId25"/>
    <p:sldId id="304" r:id="rId26"/>
    <p:sldId id="305" r:id="rId27"/>
    <p:sldId id="326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4" r:id="rId36"/>
    <p:sldId id="313" r:id="rId37"/>
    <p:sldId id="315" r:id="rId38"/>
  </p:sldIdLst>
  <p:sldSz cx="9906000" cy="6858000" type="A4"/>
  <p:notesSz cx="9925050" cy="6792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Optima" panose="00000400000000000000" pitchFamily="2" charset="2"/>
        <a:ea typeface="굴림체" panose="020B0609000101010101" pitchFamily="49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pos="6144">
          <p15:clr>
            <a:srgbClr val="A4A3A4"/>
          </p15:clr>
        </p15:guide>
        <p15:guide id="3" pos="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CCFF66"/>
    <a:srgbClr val="E1D8D3"/>
    <a:srgbClr val="538ED5"/>
    <a:srgbClr val="D7DACC"/>
    <a:srgbClr val="EAEAEA"/>
    <a:srgbClr val="5E7586"/>
    <a:srgbClr val="CCE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90206" autoAdjust="0"/>
  </p:normalViewPr>
  <p:slideViewPr>
    <p:cSldViewPr>
      <p:cViewPr varScale="1">
        <p:scale>
          <a:sx n="105" d="100"/>
          <a:sy n="105" d="100"/>
        </p:scale>
        <p:origin x="1704" y="102"/>
      </p:cViewPr>
      <p:guideLst>
        <p:guide orient="horz" pos="4247"/>
        <p:guide pos="6144"/>
        <p:guide pos="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1512" y="102"/>
      </p:cViewPr>
      <p:guideLst>
        <p:guide orient="horz" pos="2139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EBE5F54-C392-452D-AC10-9B212A327725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5216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925" y="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8238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5800"/>
            <a:ext cx="79406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  <a:endParaRPr lang="en-US" altLang="ko-KR" noProof="0" dirty="0"/>
          </a:p>
          <a:p>
            <a:pPr lvl="4"/>
            <a:endParaRPr lang="ko-KR" altLang="en-US" noProof="0" dirty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1600"/>
            <a:ext cx="4300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5"/>
          </p:nvPr>
        </p:nvSpPr>
        <p:spPr>
          <a:xfrm>
            <a:off x="5621338" y="6451600"/>
            <a:ext cx="4302125" cy="3397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A8A9B98-CAC5-4729-A646-0A7FE8DF4CAF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2273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E6C4C71-9B05-42F8-B024-AFE53A4ABE8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79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2368A61-9C5E-4B62-9CF8-3C85D01DB28C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769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ACE5195-AFAF-4CF1-8844-0082B3E4AB24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744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0ED398B-791C-4A32-A748-7190670860C4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4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571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E74177F-6BE9-44EF-9BD7-28AB9090A58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5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48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289AF2E-ABB9-412E-9BEB-E6C4912C642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6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684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F227E8C-0C4F-47FC-A797-2A36972AC89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7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129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BCF76C4-C5AD-4D3F-9F76-689194B8E04A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8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968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B17ABF5-7605-43B6-94E0-1DA2D65C1B9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9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884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069056-EA7D-499A-AC26-572A6156D47C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10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729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33177BD-51F3-4598-AB53-0ADFE36B54F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11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303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0360DA4-6686-4D63-BA0F-67EF67D0D87A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12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665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03F16E3-53C3-4288-9331-972B113048D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13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7885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BCF76C4-C5AD-4D3F-9F76-689194B8E04A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14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9167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03F16E3-53C3-4288-9331-972B113048D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15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013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B2F33AD-4E1B-4551-AB5C-0138F60176A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16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370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CE6EE3F-A31E-4649-AE10-7E2BE5EE7A7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17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Pallet ID</a:t>
            </a:r>
            <a:r>
              <a:rPr lang="en-US" altLang="ko-KR" baseline="0" dirty="0"/>
              <a:t> </a:t>
            </a:r>
            <a:r>
              <a:rPr lang="ko-KR" altLang="en-US" baseline="0" dirty="0"/>
              <a:t>부여 검토 </a:t>
            </a:r>
            <a:r>
              <a:rPr lang="en-US" altLang="ko-KR" baseline="0" dirty="0"/>
              <a:t>– </a:t>
            </a:r>
            <a:r>
              <a:rPr lang="ko-KR" altLang="en-US" baseline="0" dirty="0"/>
              <a:t>조립 세트 </a:t>
            </a:r>
            <a:r>
              <a:rPr lang="en-US" altLang="ko-KR" baseline="0" dirty="0"/>
              <a:t>&amp; </a:t>
            </a:r>
            <a:r>
              <a:rPr lang="ko-KR" altLang="en-US" baseline="0" dirty="0"/>
              <a:t>해체 구성품의 팔레트</a:t>
            </a:r>
            <a:endParaRPr lang="en-US" altLang="ko-KR" baseline="0" dirty="0"/>
          </a:p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6798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7CEF613-BFF5-4603-8296-EC7B9541C27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18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305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1EE8860-42A6-4F92-B9DD-125E879FC8BB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19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576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832E4BE-CC14-45A1-93E4-6292B26D8C11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eaLnBrk="1" hangingPunct="1">
                <a:spcBef>
                  <a:spcPct val="0"/>
                </a:spcBef>
              </a:pPr>
              <a:t>20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5951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5622925" y="6451600"/>
            <a:ext cx="43005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4275B5E-2D9F-4A88-9E61-EFA9AFFA9125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8469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5A0C3BF-3900-484A-A5B6-D9E2ECFB63A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22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134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D475B2A-4D73-48AA-B31F-E8F12F0510A7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23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7407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EBBC9B6-5845-402D-9B86-6E5CD238CEEB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24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3371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7950131-1E7B-4EE9-931A-B26D00A4997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25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고객사 </a:t>
            </a:r>
            <a:r>
              <a:rPr lang="en-US" altLang="ko-KR"/>
              <a:t>: </a:t>
            </a:r>
            <a:r>
              <a:rPr lang="ko-KR" altLang="en-US"/>
              <a:t>전체 화주</a:t>
            </a:r>
            <a:r>
              <a:rPr lang="en-US" altLang="ko-KR"/>
              <a:t>, </a:t>
            </a:r>
            <a:r>
              <a:rPr lang="ko-KR" altLang="en-US"/>
              <a:t>물류센터</a:t>
            </a:r>
            <a:r>
              <a:rPr lang="en-US" altLang="ko-KR"/>
              <a:t>: </a:t>
            </a:r>
            <a:r>
              <a:rPr lang="ko-KR" altLang="en-US"/>
              <a:t>전체 대상</a:t>
            </a:r>
            <a:endParaRPr lang="en-US" altLang="ko-KR"/>
          </a:p>
          <a:p>
            <a:pPr eaLnBrk="1" hangingPunct="1"/>
            <a:r>
              <a:rPr lang="ko-KR" altLang="en-US"/>
              <a:t>수불이력</a:t>
            </a:r>
            <a:r>
              <a:rPr lang="en-US" altLang="ko-KR"/>
              <a:t>(WMSST100)</a:t>
            </a:r>
            <a:r>
              <a:rPr lang="ko-KR" altLang="en-US"/>
              <a:t>에 해당월의 전체 화주</a:t>
            </a:r>
            <a:r>
              <a:rPr lang="en-US" altLang="ko-KR"/>
              <a:t>/</a:t>
            </a:r>
            <a:r>
              <a:rPr lang="ko-KR" altLang="en-US"/>
              <a:t>물류센터 리스트</a:t>
            </a:r>
            <a:endParaRPr lang="en-US" altLang="ko-KR"/>
          </a:p>
          <a:p>
            <a:pPr eaLnBrk="1" hangingPunct="1"/>
            <a:r>
              <a:rPr lang="ko-KR" altLang="en-US"/>
              <a:t>수불기초</a:t>
            </a:r>
            <a:r>
              <a:rPr lang="en-US" altLang="ko-KR"/>
              <a:t>(WMSST101)</a:t>
            </a:r>
            <a:r>
              <a:rPr lang="ko-KR" altLang="en-US"/>
              <a:t>에 익월기초자료 존재시 이월여부</a:t>
            </a:r>
            <a:r>
              <a:rPr lang="en-US" altLang="ko-KR"/>
              <a:t>=‘Y’, </a:t>
            </a:r>
            <a:r>
              <a:rPr lang="ko-KR" altLang="en-US"/>
              <a:t>미존재시</a:t>
            </a:r>
            <a:r>
              <a:rPr lang="en-US" altLang="ko-KR"/>
              <a:t>=‘N’</a:t>
            </a:r>
          </a:p>
          <a:p>
            <a:pPr eaLnBrk="1" hangingPunct="1"/>
            <a:r>
              <a:rPr lang="ko-KR" altLang="en-US"/>
              <a:t>수불이월 </a:t>
            </a:r>
            <a:r>
              <a:rPr lang="en-US" altLang="ko-KR"/>
              <a:t>Stored Procedure(Package) </a:t>
            </a:r>
            <a:r>
              <a:rPr lang="ko-KR" altLang="en-US"/>
              <a:t>개발 </a:t>
            </a:r>
            <a:r>
              <a:rPr lang="en-US" altLang="ko-KR"/>
              <a:t>– </a:t>
            </a:r>
            <a:r>
              <a:rPr lang="ko-KR" altLang="en-US"/>
              <a:t>수불조회 쿼리 참조</a:t>
            </a:r>
          </a:p>
        </p:txBody>
      </p:sp>
    </p:spTree>
    <p:extLst>
      <p:ext uri="{BB962C8B-B14F-4D97-AF65-F5344CB8AC3E}">
        <p14:creationId xmlns:p14="http://schemas.microsoft.com/office/powerpoint/2010/main" val="4867709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505C7E9-3297-457D-A707-F41239CEA79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26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5545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505C7E9-3297-457D-A707-F41239CEA79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27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046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DC059C0-DA68-43CE-BC59-2D64526D91F2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28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234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CF49205-CB21-4E2B-B897-418EA48D294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29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9083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64F07A9-71AF-4B63-82FC-DF549AE3272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30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7687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255052B-2C86-4802-87CF-318F0512C0F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31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4171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FDE2951-E501-4961-A9E5-90791890BFB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32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380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3D69D33-9571-4C9B-9270-05EAA87B0CE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33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7447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86529A0-2F1F-43FE-B28E-1BDA424F3F24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34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7994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F6320FB-E811-446E-AB8E-C9312B1EC01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35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9086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B60AC2A-66FF-41CF-B477-3862FC942F5C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36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9858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925" y="6451600"/>
            <a:ext cx="4300538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3B43B2B-4A25-4F2C-87F3-58688DB1791C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spcBef>
                  <a:spcPct val="0"/>
                </a:spcBef>
              </a:pPr>
              <a:t>37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3225800"/>
            <a:ext cx="7943850" cy="3057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433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33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4529" name="Group 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764706"/>
              </p:ext>
            </p:extLst>
          </p:nvPr>
        </p:nvGraphicFramePr>
        <p:xfrm>
          <a:off x="203200" y="260350"/>
          <a:ext cx="9474200" cy="692154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510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(WMS)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0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59" name="Text Box 162"/>
          <p:cNvSpPr txBox="1">
            <a:spLocks noChangeArrowheads="1"/>
          </p:cNvSpPr>
          <p:nvPr userDrawn="1"/>
        </p:nvSpPr>
        <p:spPr bwMode="auto">
          <a:xfrm>
            <a:off x="6865938" y="261938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ko-KR" altLang="ko-KR" sz="900" b="1">
              <a:solidFill>
                <a:srgbClr val="777777"/>
              </a:solidFill>
              <a:latin typeface="+mn-ea"/>
              <a:ea typeface="+mn-ea"/>
            </a:endParaRPr>
          </a:p>
        </p:txBody>
      </p:sp>
      <p:sp>
        <p:nvSpPr>
          <p:cNvPr id="1061" name="Text Box 165"/>
          <p:cNvSpPr txBox="1">
            <a:spLocks noChangeArrowheads="1"/>
          </p:cNvSpPr>
          <p:nvPr userDrawn="1"/>
        </p:nvSpPr>
        <p:spPr bwMode="auto">
          <a:xfrm>
            <a:off x="1219200" y="476250"/>
            <a:ext cx="4957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D3000_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설계단계</a:t>
            </a:r>
          </a:p>
        </p:txBody>
      </p:sp>
      <p:sp>
        <p:nvSpPr>
          <p:cNvPr id="1062" name="Text Box 166"/>
          <p:cNvSpPr txBox="1">
            <a:spLocks noChangeArrowheads="1"/>
          </p:cNvSpPr>
          <p:nvPr userDrawn="1"/>
        </p:nvSpPr>
        <p:spPr bwMode="auto">
          <a:xfrm>
            <a:off x="1219200" y="711200"/>
            <a:ext cx="49482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 algn="ctr" latinLnBrk="1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D3220_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화면</a:t>
            </a:r>
            <a:r>
              <a:rPr lang="en-US" altLang="ko-KR" sz="900" b="1">
                <a:solidFill>
                  <a:srgbClr val="777777"/>
                </a:solidFill>
                <a:latin typeface="+mn-ea"/>
                <a:ea typeface="+mn-ea"/>
              </a:rPr>
              <a:t>UI</a:t>
            </a:r>
            <a:r>
              <a:rPr lang="ko-KR" altLang="en-US" sz="900" b="1">
                <a:solidFill>
                  <a:srgbClr val="777777"/>
                </a:solidFill>
                <a:latin typeface="+mn-ea"/>
                <a:ea typeface="+mn-ea"/>
              </a:rPr>
              <a:t>설계서</a:t>
            </a:r>
          </a:p>
        </p:txBody>
      </p:sp>
      <p:graphicFrame>
        <p:nvGraphicFramePr>
          <p:cNvPr id="10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402091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7024688" y="723900"/>
            <a:ext cx="1143000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fld id="{BE74115D-C832-42DC-994B-D40C31F80607}" type="slidenum">
              <a:rPr lang="ko-KR" altLang="en-US" sz="900" b="1" smtClean="0">
                <a:solidFill>
                  <a:srgbClr val="7F7F7F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 sz="900" b="1">
              <a:solidFill>
                <a:srgbClr val="7F7F7F"/>
              </a:solidFill>
              <a:latin typeface="+mn-ea"/>
              <a:ea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694" y="6578811"/>
            <a:ext cx="816894" cy="196532"/>
          </a:xfrm>
          <a:prstGeom prst="rect">
            <a:avLst/>
          </a:prstGeom>
        </p:spPr>
      </p:pic>
      <p:pic>
        <p:nvPicPr>
          <p:cNvPr id="107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0" y="439738"/>
            <a:ext cx="13271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43785"/>
              </p:ext>
            </p:extLst>
          </p:nvPr>
        </p:nvGraphicFramePr>
        <p:xfrm>
          <a:off x="379414" y="2433638"/>
          <a:ext cx="8966073" cy="571551"/>
        </p:xfrm>
        <a:graphic>
          <a:graphicData uri="http://schemas.openxmlformats.org/drawingml/2006/table">
            <a:tbl>
              <a:tblPr/>
              <a:tblGrid>
                <a:gridCol w="2227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27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64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654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654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7851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85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109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426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0109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01096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8102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9246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23177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23177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66224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366224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366224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</a:tblGrid>
              <a:tr h="1447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작업구분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대상로케이션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이동수량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168" name="직사각형 54"/>
          <p:cNvSpPr>
            <a:spLocks noChangeArrowheads="1"/>
          </p:cNvSpPr>
          <p:nvPr/>
        </p:nvSpPr>
        <p:spPr bwMode="auto">
          <a:xfrm>
            <a:off x="309563" y="2325688"/>
            <a:ext cx="9215437" cy="39830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69" name="직사각형 51"/>
          <p:cNvSpPr>
            <a:spLocks noChangeArrowheads="1"/>
          </p:cNvSpPr>
          <p:nvPr/>
        </p:nvSpPr>
        <p:spPr bwMode="auto">
          <a:xfrm>
            <a:off x="6853238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17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17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4172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4173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2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423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17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0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207" name="그룹 71"/>
          <p:cNvGrpSpPr>
            <a:grpSpLocks/>
          </p:cNvGrpSpPr>
          <p:nvPr/>
        </p:nvGrpSpPr>
        <p:grpSpPr bwMode="auto">
          <a:xfrm>
            <a:off x="15875" y="1268413"/>
            <a:ext cx="2071688" cy="230187"/>
            <a:chOff x="3238492" y="1428736"/>
            <a:chExt cx="2071698" cy="230832"/>
          </a:xfrm>
        </p:grpSpPr>
        <p:sp>
          <p:nvSpPr>
            <p:cNvPr id="423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423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208" name="직사각형 33"/>
          <p:cNvSpPr>
            <a:spLocks noChangeArrowheads="1"/>
          </p:cNvSpPr>
          <p:nvPr/>
        </p:nvSpPr>
        <p:spPr bwMode="auto">
          <a:xfrm>
            <a:off x="2139950" y="12779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09" name="직사각형 66"/>
          <p:cNvSpPr>
            <a:spLocks noChangeArrowheads="1"/>
          </p:cNvSpPr>
          <p:nvPr/>
        </p:nvSpPr>
        <p:spPr bwMode="auto">
          <a:xfrm>
            <a:off x="2336800" y="127476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10" name="그룹 71"/>
          <p:cNvGrpSpPr>
            <a:grpSpLocks/>
          </p:cNvGrpSpPr>
          <p:nvPr/>
        </p:nvGrpSpPr>
        <p:grpSpPr bwMode="auto">
          <a:xfrm>
            <a:off x="3214688" y="1295400"/>
            <a:ext cx="2071687" cy="230188"/>
            <a:chOff x="3238492" y="1428736"/>
            <a:chExt cx="2071698" cy="230832"/>
          </a:xfrm>
        </p:grpSpPr>
        <p:sp>
          <p:nvSpPr>
            <p:cNvPr id="423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423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211" name="직사각형 66"/>
          <p:cNvSpPr>
            <a:spLocks noChangeArrowheads="1"/>
          </p:cNvSpPr>
          <p:nvPr/>
        </p:nvSpPr>
        <p:spPr bwMode="auto">
          <a:xfrm>
            <a:off x="5535613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2" name="TextBox 65"/>
          <p:cNvSpPr txBox="1">
            <a:spLocks noChangeArrowheads="1"/>
          </p:cNvSpPr>
          <p:nvPr/>
        </p:nvSpPr>
        <p:spPr bwMode="auto">
          <a:xfrm>
            <a:off x="5305425" y="1285875"/>
            <a:ext cx="2143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3" name="직사각형 33"/>
          <p:cNvSpPr>
            <a:spLocks noChangeArrowheads="1"/>
          </p:cNvSpPr>
          <p:nvPr/>
        </p:nvSpPr>
        <p:spPr bwMode="auto">
          <a:xfrm>
            <a:off x="514350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4" name="직사각형 33"/>
          <p:cNvSpPr>
            <a:spLocks noChangeArrowheads="1"/>
          </p:cNvSpPr>
          <p:nvPr/>
        </p:nvSpPr>
        <p:spPr bwMode="auto">
          <a:xfrm>
            <a:off x="6394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15" name="그룹 71"/>
          <p:cNvGrpSpPr>
            <a:grpSpLocks/>
          </p:cNvGrpSpPr>
          <p:nvPr/>
        </p:nvGrpSpPr>
        <p:grpSpPr bwMode="auto">
          <a:xfrm>
            <a:off x="6289675" y="1295400"/>
            <a:ext cx="2071688" cy="230188"/>
            <a:chOff x="3238492" y="1428736"/>
            <a:chExt cx="2071698" cy="230832"/>
          </a:xfrm>
        </p:grpSpPr>
        <p:sp>
          <p:nvSpPr>
            <p:cNvPr id="423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423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216" name="직사각형 33"/>
          <p:cNvSpPr>
            <a:spLocks noChangeArrowheads="1"/>
          </p:cNvSpPr>
          <p:nvPr/>
        </p:nvSpPr>
        <p:spPr bwMode="auto">
          <a:xfrm>
            <a:off x="84137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17" name="직사각형 66"/>
          <p:cNvSpPr>
            <a:spLocks noChangeArrowheads="1"/>
          </p:cNvSpPr>
          <p:nvPr/>
        </p:nvSpPr>
        <p:spPr bwMode="auto">
          <a:xfrm>
            <a:off x="86106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18" name="그룹 71"/>
          <p:cNvGrpSpPr>
            <a:grpSpLocks/>
          </p:cNvGrpSpPr>
          <p:nvPr/>
        </p:nvGrpSpPr>
        <p:grpSpPr bwMode="auto">
          <a:xfrm>
            <a:off x="22225" y="1581150"/>
            <a:ext cx="2071688" cy="230188"/>
            <a:chOff x="3238492" y="1428736"/>
            <a:chExt cx="2071698" cy="230832"/>
          </a:xfrm>
        </p:grpSpPr>
        <p:sp>
          <p:nvSpPr>
            <p:cNvPr id="423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423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작업중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작업완료</a:t>
              </a:r>
            </a:p>
          </p:txBody>
        </p:sp>
      </p:grpSp>
      <p:sp>
        <p:nvSpPr>
          <p:cNvPr id="4219" name="직사각형 33"/>
          <p:cNvSpPr>
            <a:spLocks noChangeArrowheads="1"/>
          </p:cNvSpPr>
          <p:nvPr/>
        </p:nvSpPr>
        <p:spPr bwMode="auto">
          <a:xfrm>
            <a:off x="1951038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220" name="직사각형 51"/>
          <p:cNvSpPr>
            <a:spLocks noChangeArrowheads="1"/>
          </p:cNvSpPr>
          <p:nvPr/>
        </p:nvSpPr>
        <p:spPr bwMode="auto">
          <a:xfrm>
            <a:off x="848360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4221" name="직사각형 51"/>
          <p:cNvSpPr>
            <a:spLocks noChangeArrowheads="1"/>
          </p:cNvSpPr>
          <p:nvPr/>
        </p:nvSpPr>
        <p:spPr bwMode="auto">
          <a:xfrm>
            <a:off x="739775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4222" name="직사각형 51"/>
          <p:cNvSpPr>
            <a:spLocks noChangeArrowheads="1"/>
          </p:cNvSpPr>
          <p:nvPr/>
        </p:nvSpPr>
        <p:spPr bwMode="auto">
          <a:xfrm>
            <a:off x="7940675" y="2051050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4223" name="직사각형 51"/>
          <p:cNvSpPr>
            <a:spLocks noChangeArrowheads="1"/>
          </p:cNvSpPr>
          <p:nvPr/>
        </p:nvSpPr>
        <p:spPr bwMode="auto">
          <a:xfrm>
            <a:off x="5457825" y="2051050"/>
            <a:ext cx="8001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지시서발행</a:t>
            </a:r>
          </a:p>
        </p:txBody>
      </p:sp>
      <p:sp>
        <p:nvSpPr>
          <p:cNvPr id="4224" name="직사각형 51"/>
          <p:cNvSpPr>
            <a:spLocks noChangeArrowheads="1"/>
          </p:cNvSpPr>
          <p:nvPr/>
        </p:nvSpPr>
        <p:spPr bwMode="auto">
          <a:xfrm>
            <a:off x="6310313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4225" name="TextBox 65"/>
          <p:cNvSpPr txBox="1">
            <a:spLocks noChangeArrowheads="1"/>
          </p:cNvSpPr>
          <p:nvPr/>
        </p:nvSpPr>
        <p:spPr bwMode="auto">
          <a:xfrm>
            <a:off x="309563" y="2093913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4226" name="그룹 71"/>
          <p:cNvGrpSpPr>
            <a:grpSpLocks/>
          </p:cNvGrpSpPr>
          <p:nvPr/>
        </p:nvGrpSpPr>
        <p:grpSpPr bwMode="auto">
          <a:xfrm>
            <a:off x="3209925" y="1581150"/>
            <a:ext cx="2071688" cy="230188"/>
            <a:chOff x="3238492" y="1428736"/>
            <a:chExt cx="2071698" cy="230832"/>
          </a:xfrm>
        </p:grpSpPr>
        <p:sp>
          <p:nvSpPr>
            <p:cNvPr id="422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이동구분</a:t>
              </a:r>
            </a:p>
          </p:txBody>
        </p:sp>
        <p:sp>
          <p:nvSpPr>
            <p:cNvPr id="422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수시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보충</a:t>
              </a:r>
            </a:p>
          </p:txBody>
        </p:sp>
      </p:grpSp>
      <p:sp>
        <p:nvSpPr>
          <p:cNvPr id="4227" name="직사각형 33"/>
          <p:cNvSpPr>
            <a:spLocks noChangeArrowheads="1"/>
          </p:cNvSpPr>
          <p:nvPr/>
        </p:nvSpPr>
        <p:spPr bwMode="auto">
          <a:xfrm>
            <a:off x="5138738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004194"/>
              </p:ext>
            </p:extLst>
          </p:nvPr>
        </p:nvGraphicFramePr>
        <p:xfrm>
          <a:off x="379413" y="3227650"/>
          <a:ext cx="8966072" cy="563900"/>
        </p:xfrm>
        <a:graphic>
          <a:graphicData uri="http://schemas.openxmlformats.org/drawingml/2006/table">
            <a:tbl>
              <a:tblPr/>
              <a:tblGrid>
                <a:gridCol w="5705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49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400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82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55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099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0999"/>
                <a:gridCol w="720999">
                  <a:extLst>
                    <a:ext uri="{9D8B030D-6E8A-4147-A177-3AD203B41FA5}">
                      <a16:colId xmlns:a16="http://schemas.microsoft.com/office/drawing/2014/main" xmlns="" val="4158536674"/>
                    </a:ext>
                  </a:extLst>
                </a:gridCol>
                <a:gridCol w="72099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20999">
                  <a:extLst>
                    <a:ext uri="{9D8B030D-6E8A-4147-A177-3AD203B41FA5}">
                      <a16:colId xmlns:a16="http://schemas.microsoft.com/office/drawing/2014/main" xmlns="" val="1412769834"/>
                    </a:ext>
                  </a:extLst>
                </a:gridCol>
                <a:gridCol w="720999">
                  <a:extLst>
                    <a:ext uri="{9D8B030D-6E8A-4147-A177-3AD203B41FA5}">
                      <a16:colId xmlns:a16="http://schemas.microsoft.com/office/drawing/2014/main" xmlns="" val="3769712228"/>
                    </a:ext>
                  </a:extLst>
                </a:gridCol>
                <a:gridCol w="7209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 </a:t>
                      </a:r>
                      <a:r>
                        <a:rPr kumimoji="0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3" marR="7643" marT="76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</a:p>
                  </a:txBody>
                  <a:tcPr marL="7643" marR="7643" marT="76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P00002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재고이동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3" marR="7643" marT="76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14:20:20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450712"/>
              </p:ext>
            </p:extLst>
          </p:nvPr>
        </p:nvGraphicFramePr>
        <p:xfrm>
          <a:off x="390517" y="3838627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수시이동등록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14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6149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36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36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5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15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7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703177"/>
              </p:ext>
            </p:extLst>
          </p:nvPr>
        </p:nvGraphicFramePr>
        <p:xfrm>
          <a:off x="436563" y="2435225"/>
          <a:ext cx="9032873" cy="706438"/>
        </p:xfrm>
        <a:graphic>
          <a:graphicData uri="http://schemas.openxmlformats.org/drawingml/2006/table">
            <a:tbl>
              <a:tblPr/>
              <a:tblGrid>
                <a:gridCol w="2672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72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98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283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83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2831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4814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1666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4814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481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3848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1386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6002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3202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32024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277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11107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11107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11107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</a:tblGrid>
              <a:tr h="20653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대상로케이션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이동수량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38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60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A1-02-02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215" name="직사각형 54"/>
          <p:cNvSpPr>
            <a:spLocks noChangeArrowheads="1"/>
          </p:cNvSpPr>
          <p:nvPr/>
        </p:nvSpPr>
        <p:spPr bwMode="auto">
          <a:xfrm>
            <a:off x="314325" y="2327275"/>
            <a:ext cx="9215438" cy="16065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493224"/>
              </p:ext>
            </p:extLst>
          </p:nvPr>
        </p:nvGraphicFramePr>
        <p:xfrm>
          <a:off x="452438" y="3284538"/>
          <a:ext cx="8480457" cy="430212"/>
        </p:xfrm>
        <a:graphic>
          <a:graphicData uri="http://schemas.openxmlformats.org/drawingml/2006/table">
            <a:tbl>
              <a:tblPr/>
              <a:tblGrid>
                <a:gridCol w="477523">
                  <a:extLst>
                    <a:ext uri="{9D8B030D-6E8A-4147-A177-3AD203B41FA5}">
                      <a16:colId xmlns:a16="http://schemas.microsoft.com/office/drawing/2014/main" xmlns="" val="2048162783"/>
                    </a:ext>
                  </a:extLst>
                </a:gridCol>
                <a:gridCol w="4775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9042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89598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68959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269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421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2580">
                  <a:extLst>
                    <a:ext uri="{9D8B030D-6E8A-4147-A177-3AD203B41FA5}">
                      <a16:colId xmlns:a16="http://schemas.microsoft.com/office/drawing/2014/main" xmlns="" val="372792690"/>
                    </a:ext>
                  </a:extLst>
                </a:gridCol>
                <a:gridCol w="582580">
                  <a:extLst>
                    <a:ext uri="{9D8B030D-6E8A-4147-A177-3AD203B41FA5}">
                      <a16:colId xmlns:a16="http://schemas.microsoft.com/office/drawing/2014/main" xmlns="" val="1593988524"/>
                    </a:ext>
                  </a:extLst>
                </a:gridCol>
                <a:gridCol w="582580">
                  <a:extLst>
                    <a:ext uri="{9D8B030D-6E8A-4147-A177-3AD203B41FA5}">
                      <a16:colId xmlns:a16="http://schemas.microsoft.com/office/drawing/2014/main" xmlns="" val="3673308141"/>
                    </a:ext>
                  </a:extLst>
                </a:gridCol>
                <a:gridCol w="582580">
                  <a:extLst>
                    <a:ext uri="{9D8B030D-6E8A-4147-A177-3AD203B41FA5}">
                      <a16:colId xmlns:a16="http://schemas.microsoft.com/office/drawing/2014/main" xmlns="" val="2560292337"/>
                    </a:ext>
                  </a:extLst>
                </a:gridCol>
                <a:gridCol w="582580">
                  <a:extLst>
                    <a:ext uri="{9D8B030D-6E8A-4147-A177-3AD203B41FA5}">
                      <a16:colId xmlns:a16="http://schemas.microsoft.com/office/drawing/2014/main" xmlns="" val="2676470772"/>
                    </a:ext>
                  </a:extLst>
                </a:gridCol>
                <a:gridCol w="582580">
                  <a:extLst>
                    <a:ext uri="{9D8B030D-6E8A-4147-A177-3AD203B41FA5}">
                      <a16:colId xmlns:a16="http://schemas.microsoft.com/office/drawing/2014/main" xmlns="" val="2299040531"/>
                    </a:ext>
                  </a:extLst>
                </a:gridCol>
                <a:gridCol w="60339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재고이동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6241" name="직사각형 51"/>
          <p:cNvSpPr>
            <a:spLocks noChangeArrowheads="1"/>
          </p:cNvSpPr>
          <p:nvPr/>
        </p:nvSpPr>
        <p:spPr bwMode="auto">
          <a:xfrm>
            <a:off x="6766719" y="20605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243" name="직사각형 51"/>
          <p:cNvSpPr>
            <a:spLocks noChangeArrowheads="1"/>
          </p:cNvSpPr>
          <p:nvPr/>
        </p:nvSpPr>
        <p:spPr bwMode="auto">
          <a:xfrm>
            <a:off x="7880350" y="20621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244" name="직사각형 51"/>
          <p:cNvSpPr>
            <a:spLocks noChangeArrowheads="1"/>
          </p:cNvSpPr>
          <p:nvPr/>
        </p:nvSpPr>
        <p:spPr bwMode="auto">
          <a:xfrm>
            <a:off x="8451850" y="20621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6245" name="직사각형 51"/>
          <p:cNvSpPr>
            <a:spLocks noChangeArrowheads="1"/>
          </p:cNvSpPr>
          <p:nvPr/>
        </p:nvSpPr>
        <p:spPr bwMode="auto">
          <a:xfrm>
            <a:off x="7312025" y="2060575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6246" name="직사각형 51"/>
          <p:cNvSpPr>
            <a:spLocks noChangeArrowheads="1"/>
          </p:cNvSpPr>
          <p:nvPr/>
        </p:nvSpPr>
        <p:spPr bwMode="auto">
          <a:xfrm>
            <a:off x="9024938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6247" name="직사각형 51"/>
          <p:cNvSpPr>
            <a:spLocks noChangeArrowheads="1"/>
          </p:cNvSpPr>
          <p:nvPr/>
        </p:nvSpPr>
        <p:spPr bwMode="auto">
          <a:xfrm>
            <a:off x="6195219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grpSp>
        <p:nvGrpSpPr>
          <p:cNvPr id="6248" name="그룹 71"/>
          <p:cNvGrpSpPr>
            <a:grpSpLocks/>
          </p:cNvGrpSpPr>
          <p:nvPr/>
        </p:nvGrpSpPr>
        <p:grpSpPr bwMode="auto">
          <a:xfrm>
            <a:off x="-47625" y="1285875"/>
            <a:ext cx="2071688" cy="230188"/>
            <a:chOff x="3238492" y="1428736"/>
            <a:chExt cx="2071698" cy="230832"/>
          </a:xfrm>
        </p:grpSpPr>
        <p:sp>
          <p:nvSpPr>
            <p:cNvPr id="636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636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249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50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251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636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636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252" name="직사각형 33"/>
          <p:cNvSpPr>
            <a:spLocks noChangeArrowheads="1"/>
          </p:cNvSpPr>
          <p:nvPr/>
        </p:nvSpPr>
        <p:spPr bwMode="auto">
          <a:xfrm>
            <a:off x="52562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53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254" name="그룹 71"/>
          <p:cNvGrpSpPr>
            <a:grpSpLocks/>
          </p:cNvGrpSpPr>
          <p:nvPr/>
        </p:nvGrpSpPr>
        <p:grpSpPr bwMode="auto">
          <a:xfrm>
            <a:off x="-47625" y="1571625"/>
            <a:ext cx="2071688" cy="230188"/>
            <a:chOff x="3238492" y="1428736"/>
            <a:chExt cx="2071698" cy="230832"/>
          </a:xfrm>
        </p:grpSpPr>
        <p:sp>
          <p:nvSpPr>
            <p:cNvPr id="635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636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255" name="직사각형 33"/>
          <p:cNvSpPr>
            <a:spLocks noChangeArrowheads="1"/>
          </p:cNvSpPr>
          <p:nvPr/>
        </p:nvSpPr>
        <p:spPr bwMode="auto">
          <a:xfrm>
            <a:off x="2076450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56" name="직사각형 66"/>
          <p:cNvSpPr>
            <a:spLocks noChangeArrowheads="1"/>
          </p:cNvSpPr>
          <p:nvPr/>
        </p:nvSpPr>
        <p:spPr bwMode="auto">
          <a:xfrm>
            <a:off x="2273300" y="1577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257" name="그룹 71"/>
          <p:cNvGrpSpPr>
            <a:grpSpLocks/>
          </p:cNvGrpSpPr>
          <p:nvPr/>
        </p:nvGrpSpPr>
        <p:grpSpPr bwMode="auto">
          <a:xfrm>
            <a:off x="3132138" y="1577975"/>
            <a:ext cx="2071687" cy="230188"/>
            <a:chOff x="3238492" y="1428736"/>
            <a:chExt cx="2071698" cy="230832"/>
          </a:xfrm>
        </p:grpSpPr>
        <p:sp>
          <p:nvSpPr>
            <p:cNvPr id="635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635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258" name="직사각형 33"/>
          <p:cNvSpPr>
            <a:spLocks noChangeArrowheads="1"/>
          </p:cNvSpPr>
          <p:nvPr/>
        </p:nvSpPr>
        <p:spPr bwMode="auto">
          <a:xfrm>
            <a:off x="5256213" y="1587500"/>
            <a:ext cx="1428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59" name="직사각형 66"/>
          <p:cNvSpPr>
            <a:spLocks noChangeArrowheads="1"/>
          </p:cNvSpPr>
          <p:nvPr/>
        </p:nvSpPr>
        <p:spPr bwMode="auto">
          <a:xfrm>
            <a:off x="5453063" y="15843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261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635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635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266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267" name="TextBox 65"/>
          <p:cNvSpPr txBox="1">
            <a:spLocks noChangeArrowheads="1"/>
          </p:cNvSpPr>
          <p:nvPr/>
        </p:nvSpPr>
        <p:spPr bwMode="auto">
          <a:xfrm>
            <a:off x="309563" y="2098675"/>
            <a:ext cx="9286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aphicFrame>
        <p:nvGraphicFramePr>
          <p:cNvPr id="9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58292"/>
              </p:ext>
            </p:extLst>
          </p:nvPr>
        </p:nvGraphicFramePr>
        <p:xfrm>
          <a:off x="436563" y="4616450"/>
          <a:ext cx="9016997" cy="704849"/>
        </p:xfrm>
        <a:graphic>
          <a:graphicData uri="http://schemas.openxmlformats.org/drawingml/2006/table">
            <a:tbl>
              <a:tblPr/>
              <a:tblGrid>
                <a:gridCol w="3110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10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87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1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314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3140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3808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1784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3808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3808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1042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1458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1909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7856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7856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7856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</a:tblGrid>
              <a:tr h="20606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대상로케이션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이동수량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3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54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A1-02-02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321" name="직사각형 54"/>
          <p:cNvSpPr>
            <a:spLocks noChangeArrowheads="1"/>
          </p:cNvSpPr>
          <p:nvPr/>
        </p:nvSpPr>
        <p:spPr bwMode="auto">
          <a:xfrm>
            <a:off x="315913" y="4508500"/>
            <a:ext cx="9215437" cy="16049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348" name="그룹 56"/>
          <p:cNvGrpSpPr>
            <a:grpSpLocks/>
          </p:cNvGrpSpPr>
          <p:nvPr/>
        </p:nvGrpSpPr>
        <p:grpSpPr bwMode="auto">
          <a:xfrm>
            <a:off x="6738938" y="4186238"/>
            <a:ext cx="1928812" cy="230187"/>
            <a:chOff x="2666970" y="1428735"/>
            <a:chExt cx="1928837" cy="231478"/>
          </a:xfrm>
        </p:grpSpPr>
        <p:sp>
          <p:nvSpPr>
            <p:cNvPr id="6351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5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349" name="직사각형 66"/>
          <p:cNvSpPr>
            <a:spLocks noChangeArrowheads="1"/>
          </p:cNvSpPr>
          <p:nvPr/>
        </p:nvSpPr>
        <p:spPr bwMode="auto">
          <a:xfrm>
            <a:off x="8810625" y="4187825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50" name="직사각형 66"/>
          <p:cNvSpPr>
            <a:spLocks noChangeArrowheads="1"/>
          </p:cNvSpPr>
          <p:nvPr/>
        </p:nvSpPr>
        <p:spPr bwMode="auto">
          <a:xfrm>
            <a:off x="9239250" y="4189413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586530"/>
              </p:ext>
            </p:extLst>
          </p:nvPr>
        </p:nvGraphicFramePr>
        <p:xfrm>
          <a:off x="436561" y="5502275"/>
          <a:ext cx="6016628" cy="430212"/>
        </p:xfrm>
        <a:graphic>
          <a:graphicData uri="http://schemas.openxmlformats.org/drawingml/2006/table">
            <a:tbl>
              <a:tblPr/>
              <a:tblGrid>
                <a:gridCol w="5039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865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27782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277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7327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921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98123">
                  <a:extLst>
                    <a:ext uri="{9D8B030D-6E8A-4147-A177-3AD203B41FA5}">
                      <a16:colId xmlns:a16="http://schemas.microsoft.com/office/drawing/2014/main" xmlns="" val="3503463766"/>
                    </a:ext>
                  </a:extLst>
                </a:gridCol>
                <a:gridCol w="6288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3603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재고이동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60" name="직사각형 33"/>
          <p:cNvSpPr>
            <a:spLocks noChangeArrowheads="1"/>
          </p:cNvSpPr>
          <p:nvPr/>
        </p:nvSpPr>
        <p:spPr bwMode="auto">
          <a:xfrm>
            <a:off x="8185078" y="130650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456434"/>
              </p:ext>
            </p:extLst>
          </p:nvPr>
        </p:nvGraphicFramePr>
        <p:xfrm>
          <a:off x="6524153" y="5502275"/>
          <a:ext cx="2812713" cy="519013"/>
        </p:xfrm>
        <a:graphic>
          <a:graphicData uri="http://schemas.openxmlformats.org/drawingml/2006/table">
            <a:tbl>
              <a:tblPr/>
              <a:tblGrid>
                <a:gridCol w="5585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5585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5585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5585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578509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5870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6030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보충이동등록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9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819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819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841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841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19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19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7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394378"/>
              </p:ext>
            </p:extLst>
          </p:nvPr>
        </p:nvGraphicFramePr>
        <p:xfrm>
          <a:off x="436563" y="2435225"/>
          <a:ext cx="9032873" cy="706438"/>
        </p:xfrm>
        <a:graphic>
          <a:graphicData uri="http://schemas.openxmlformats.org/drawingml/2006/table">
            <a:tbl>
              <a:tblPr/>
              <a:tblGrid>
                <a:gridCol w="2672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72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98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283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83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2831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4814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1666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4814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481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3848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1386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6002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3202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32024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2277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11107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411107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411107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</a:tblGrid>
              <a:tr h="20653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대상로케이션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이동수량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38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60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A1-02-02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8263" name="직사각형 54"/>
          <p:cNvSpPr>
            <a:spLocks noChangeArrowheads="1"/>
          </p:cNvSpPr>
          <p:nvPr/>
        </p:nvSpPr>
        <p:spPr bwMode="auto">
          <a:xfrm>
            <a:off x="314325" y="2327275"/>
            <a:ext cx="9215438" cy="16065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89" name="직사각형 51"/>
          <p:cNvSpPr>
            <a:spLocks noChangeArrowheads="1"/>
          </p:cNvSpPr>
          <p:nvPr/>
        </p:nvSpPr>
        <p:spPr bwMode="auto">
          <a:xfrm>
            <a:off x="6766719" y="20605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8291" name="직사각형 51"/>
          <p:cNvSpPr>
            <a:spLocks noChangeArrowheads="1"/>
          </p:cNvSpPr>
          <p:nvPr/>
        </p:nvSpPr>
        <p:spPr bwMode="auto">
          <a:xfrm>
            <a:off x="7880350" y="20621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8292" name="직사각형 51"/>
          <p:cNvSpPr>
            <a:spLocks noChangeArrowheads="1"/>
          </p:cNvSpPr>
          <p:nvPr/>
        </p:nvSpPr>
        <p:spPr bwMode="auto">
          <a:xfrm>
            <a:off x="8451850" y="20621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8293" name="직사각형 51"/>
          <p:cNvSpPr>
            <a:spLocks noChangeArrowheads="1"/>
          </p:cNvSpPr>
          <p:nvPr/>
        </p:nvSpPr>
        <p:spPr bwMode="auto">
          <a:xfrm>
            <a:off x="7312025" y="2060575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8294" name="직사각형 51"/>
          <p:cNvSpPr>
            <a:spLocks noChangeArrowheads="1"/>
          </p:cNvSpPr>
          <p:nvPr/>
        </p:nvSpPr>
        <p:spPr bwMode="auto">
          <a:xfrm>
            <a:off x="9024938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8295" name="직사각형 51"/>
          <p:cNvSpPr>
            <a:spLocks noChangeArrowheads="1"/>
          </p:cNvSpPr>
          <p:nvPr/>
        </p:nvSpPr>
        <p:spPr bwMode="auto">
          <a:xfrm>
            <a:off x="6195219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grpSp>
        <p:nvGrpSpPr>
          <p:cNvPr id="8296" name="그룹 71"/>
          <p:cNvGrpSpPr>
            <a:grpSpLocks/>
          </p:cNvGrpSpPr>
          <p:nvPr/>
        </p:nvGrpSpPr>
        <p:grpSpPr bwMode="auto">
          <a:xfrm>
            <a:off x="-47625" y="1285875"/>
            <a:ext cx="2071688" cy="230188"/>
            <a:chOff x="3238492" y="1428736"/>
            <a:chExt cx="2071698" cy="230832"/>
          </a:xfrm>
        </p:grpSpPr>
        <p:sp>
          <p:nvSpPr>
            <p:cNvPr id="841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841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97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98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99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840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841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300" name="직사각형 33"/>
          <p:cNvSpPr>
            <a:spLocks noChangeArrowheads="1"/>
          </p:cNvSpPr>
          <p:nvPr/>
        </p:nvSpPr>
        <p:spPr bwMode="auto">
          <a:xfrm>
            <a:off x="52562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1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302" name="그룹 71"/>
          <p:cNvGrpSpPr>
            <a:grpSpLocks/>
          </p:cNvGrpSpPr>
          <p:nvPr/>
        </p:nvGrpSpPr>
        <p:grpSpPr bwMode="auto">
          <a:xfrm>
            <a:off x="-47625" y="1571625"/>
            <a:ext cx="2071688" cy="230188"/>
            <a:chOff x="3238492" y="1428736"/>
            <a:chExt cx="2071698" cy="230832"/>
          </a:xfrm>
        </p:grpSpPr>
        <p:sp>
          <p:nvSpPr>
            <p:cNvPr id="840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840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303" name="직사각형 33"/>
          <p:cNvSpPr>
            <a:spLocks noChangeArrowheads="1"/>
          </p:cNvSpPr>
          <p:nvPr/>
        </p:nvSpPr>
        <p:spPr bwMode="auto">
          <a:xfrm>
            <a:off x="2076450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4" name="직사각형 66"/>
          <p:cNvSpPr>
            <a:spLocks noChangeArrowheads="1"/>
          </p:cNvSpPr>
          <p:nvPr/>
        </p:nvSpPr>
        <p:spPr bwMode="auto">
          <a:xfrm>
            <a:off x="2273300" y="1577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305" name="그룹 71"/>
          <p:cNvGrpSpPr>
            <a:grpSpLocks/>
          </p:cNvGrpSpPr>
          <p:nvPr/>
        </p:nvGrpSpPr>
        <p:grpSpPr bwMode="auto">
          <a:xfrm>
            <a:off x="3132138" y="1577975"/>
            <a:ext cx="2071687" cy="230188"/>
            <a:chOff x="3238492" y="1428736"/>
            <a:chExt cx="2071698" cy="230832"/>
          </a:xfrm>
        </p:grpSpPr>
        <p:sp>
          <p:nvSpPr>
            <p:cNvPr id="840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840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306" name="직사각형 33"/>
          <p:cNvSpPr>
            <a:spLocks noChangeArrowheads="1"/>
          </p:cNvSpPr>
          <p:nvPr/>
        </p:nvSpPr>
        <p:spPr bwMode="auto">
          <a:xfrm>
            <a:off x="5256213" y="1587500"/>
            <a:ext cx="1428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7" name="직사각형 66"/>
          <p:cNvSpPr>
            <a:spLocks noChangeArrowheads="1"/>
          </p:cNvSpPr>
          <p:nvPr/>
        </p:nvSpPr>
        <p:spPr bwMode="auto">
          <a:xfrm>
            <a:off x="5453063" y="15843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14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315" name="TextBox 65"/>
          <p:cNvSpPr txBox="1">
            <a:spLocks noChangeArrowheads="1"/>
          </p:cNvSpPr>
          <p:nvPr/>
        </p:nvSpPr>
        <p:spPr bwMode="auto">
          <a:xfrm>
            <a:off x="309563" y="2098675"/>
            <a:ext cx="9286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aphicFrame>
        <p:nvGraphicFramePr>
          <p:cNvPr id="94" name="Group 139"/>
          <p:cNvGraphicFramePr>
            <a:graphicFrameLocks noGrp="1"/>
          </p:cNvGraphicFramePr>
          <p:nvPr/>
        </p:nvGraphicFramePr>
        <p:xfrm>
          <a:off x="436563" y="4616450"/>
          <a:ext cx="9016997" cy="704849"/>
        </p:xfrm>
        <a:graphic>
          <a:graphicData uri="http://schemas.openxmlformats.org/drawingml/2006/table">
            <a:tbl>
              <a:tblPr/>
              <a:tblGrid>
                <a:gridCol w="3110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10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875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14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314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3140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3808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1784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3808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3808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1042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1458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1909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7856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7856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7856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</a:tblGrid>
              <a:tr h="20606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대상로케이션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이동수량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3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54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A1-02-02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8369" name="직사각형 54"/>
          <p:cNvSpPr>
            <a:spLocks noChangeArrowheads="1"/>
          </p:cNvSpPr>
          <p:nvPr/>
        </p:nvSpPr>
        <p:spPr bwMode="auto">
          <a:xfrm>
            <a:off x="315913" y="4508500"/>
            <a:ext cx="9215437" cy="16049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396" name="그룹 56"/>
          <p:cNvGrpSpPr>
            <a:grpSpLocks/>
          </p:cNvGrpSpPr>
          <p:nvPr/>
        </p:nvGrpSpPr>
        <p:grpSpPr bwMode="auto">
          <a:xfrm>
            <a:off x="6738938" y="4186238"/>
            <a:ext cx="1928812" cy="230187"/>
            <a:chOff x="2666970" y="1428735"/>
            <a:chExt cx="1928837" cy="231478"/>
          </a:xfrm>
        </p:grpSpPr>
        <p:sp>
          <p:nvSpPr>
            <p:cNvPr id="8399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40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397" name="직사각형 66"/>
          <p:cNvSpPr>
            <a:spLocks noChangeArrowheads="1"/>
          </p:cNvSpPr>
          <p:nvPr/>
        </p:nvSpPr>
        <p:spPr bwMode="auto">
          <a:xfrm>
            <a:off x="8810625" y="4187825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98" name="직사각형 66"/>
          <p:cNvSpPr>
            <a:spLocks noChangeArrowheads="1"/>
          </p:cNvSpPr>
          <p:nvPr/>
        </p:nvSpPr>
        <p:spPr bwMode="auto">
          <a:xfrm>
            <a:off x="9239250" y="4189413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0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6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6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" name="직사각형 33"/>
          <p:cNvSpPr>
            <a:spLocks noChangeArrowheads="1"/>
          </p:cNvSpPr>
          <p:nvPr/>
        </p:nvSpPr>
        <p:spPr bwMode="auto">
          <a:xfrm>
            <a:off x="8185078" y="130650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5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285196"/>
              </p:ext>
            </p:extLst>
          </p:nvPr>
        </p:nvGraphicFramePr>
        <p:xfrm>
          <a:off x="416496" y="3284984"/>
          <a:ext cx="8822757" cy="430212"/>
        </p:xfrm>
        <a:graphic>
          <a:graphicData uri="http://schemas.openxmlformats.org/drawingml/2006/table">
            <a:tbl>
              <a:tblPr/>
              <a:tblGrid>
                <a:gridCol w="496798">
                  <a:extLst>
                    <a:ext uri="{9D8B030D-6E8A-4147-A177-3AD203B41FA5}">
                      <a16:colId xmlns:a16="http://schemas.microsoft.com/office/drawing/2014/main" xmlns="" val="2048162783"/>
                    </a:ext>
                  </a:extLst>
                </a:gridCol>
                <a:gridCol w="4967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182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7432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174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22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940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6095">
                  <a:extLst>
                    <a:ext uri="{9D8B030D-6E8A-4147-A177-3AD203B41FA5}">
                      <a16:colId xmlns:a16="http://schemas.microsoft.com/office/drawing/2014/main" xmlns="" val="372792690"/>
                    </a:ext>
                  </a:extLst>
                </a:gridCol>
                <a:gridCol w="606095">
                  <a:extLst>
                    <a:ext uri="{9D8B030D-6E8A-4147-A177-3AD203B41FA5}">
                      <a16:colId xmlns:a16="http://schemas.microsoft.com/office/drawing/2014/main" xmlns="" val="3247405626"/>
                    </a:ext>
                  </a:extLst>
                </a:gridCol>
                <a:gridCol w="606095">
                  <a:extLst>
                    <a:ext uri="{9D8B030D-6E8A-4147-A177-3AD203B41FA5}">
                      <a16:colId xmlns:a16="http://schemas.microsoft.com/office/drawing/2014/main" xmlns="" val="3673308141"/>
                    </a:ext>
                  </a:extLst>
                </a:gridCol>
                <a:gridCol w="606095">
                  <a:extLst>
                    <a:ext uri="{9D8B030D-6E8A-4147-A177-3AD203B41FA5}">
                      <a16:colId xmlns:a16="http://schemas.microsoft.com/office/drawing/2014/main" xmlns="" val="2560292337"/>
                    </a:ext>
                  </a:extLst>
                </a:gridCol>
                <a:gridCol w="606095">
                  <a:extLst>
                    <a:ext uri="{9D8B030D-6E8A-4147-A177-3AD203B41FA5}">
                      <a16:colId xmlns:a16="http://schemas.microsoft.com/office/drawing/2014/main" xmlns="" val="2676470772"/>
                    </a:ext>
                  </a:extLst>
                </a:gridCol>
                <a:gridCol w="606095">
                  <a:extLst>
                    <a:ext uri="{9D8B030D-6E8A-4147-A177-3AD203B41FA5}">
                      <a16:colId xmlns:a16="http://schemas.microsoft.com/office/drawing/2014/main" xmlns="" val="2299040531"/>
                    </a:ext>
                  </a:extLst>
                </a:gridCol>
                <a:gridCol w="62775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보충이동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04717"/>
              </p:ext>
            </p:extLst>
          </p:nvPr>
        </p:nvGraphicFramePr>
        <p:xfrm>
          <a:off x="6519950" y="5440829"/>
          <a:ext cx="2864683" cy="430212"/>
        </p:xfrm>
        <a:graphic>
          <a:graphicData uri="http://schemas.openxmlformats.org/drawingml/2006/table">
            <a:tbl>
              <a:tblPr/>
              <a:tblGrid>
                <a:gridCol w="56887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56887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56887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56887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589199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graphicFrame>
        <p:nvGraphicFramePr>
          <p:cNvPr id="5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177526"/>
              </p:ext>
            </p:extLst>
          </p:nvPr>
        </p:nvGraphicFramePr>
        <p:xfrm>
          <a:off x="428647" y="5445224"/>
          <a:ext cx="6087592" cy="430212"/>
        </p:xfrm>
        <a:graphic>
          <a:graphicData uri="http://schemas.openxmlformats.org/drawingml/2006/table">
            <a:tbl>
              <a:tblPr/>
              <a:tblGrid>
                <a:gridCol w="5105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82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734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373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834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012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086">
                  <a:extLst>
                    <a:ext uri="{9D8B030D-6E8A-4147-A177-3AD203B41FA5}">
                      <a16:colId xmlns:a16="http://schemas.microsoft.com/office/drawing/2014/main" xmlns="" val="3503463766"/>
                    </a:ext>
                  </a:extLst>
                </a:gridCol>
                <a:gridCol w="64517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51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보충이동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 지시서</a:t>
            </a:r>
          </a:p>
        </p:txBody>
      </p:sp>
      <p:sp>
        <p:nvSpPr>
          <p:cNvPr id="1433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434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4341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9" name="Group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3390"/>
              </p:ext>
            </p:extLst>
          </p:nvPr>
        </p:nvGraphicFramePr>
        <p:xfrm>
          <a:off x="415925" y="3429000"/>
          <a:ext cx="9001125" cy="627063"/>
        </p:xfrm>
        <a:graphic>
          <a:graphicData uri="http://schemas.openxmlformats.org/drawingml/2006/table">
            <a:tbl>
              <a:tblPr/>
              <a:tblGrid>
                <a:gridCol w="6696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14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96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578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1387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667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26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6248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6248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88674">
                  <a:extLst>
                    <a:ext uri="{9D8B030D-6E8A-4147-A177-3AD203B41FA5}">
                      <a16:colId xmlns:a16="http://schemas.microsoft.com/office/drawing/2014/main" xmlns="" val="2027722427"/>
                    </a:ext>
                  </a:extLst>
                </a:gridCol>
                <a:gridCol w="58867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86874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0586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3385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3025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4391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출력자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92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22" name="Text Box 51"/>
          <p:cNvSpPr txBox="1">
            <a:spLocks noChangeArrowheads="1"/>
          </p:cNvSpPr>
          <p:nvPr/>
        </p:nvSpPr>
        <p:spPr bwMode="auto">
          <a:xfrm>
            <a:off x="4276725" y="1844675"/>
            <a:ext cx="1319213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이동지시서</a:t>
            </a:r>
          </a:p>
        </p:txBody>
      </p:sp>
      <p:sp>
        <p:nvSpPr>
          <p:cNvPr id="14394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출력일시</a:t>
            </a:r>
          </a:p>
        </p:txBody>
      </p:sp>
      <p:sp>
        <p:nvSpPr>
          <p:cNvPr id="14395" name="TextBox 34"/>
          <p:cNvSpPr txBox="1">
            <a:spLocks noChangeArrowheads="1"/>
          </p:cNvSpPr>
          <p:nvPr/>
        </p:nvSpPr>
        <p:spPr bwMode="auto">
          <a:xfrm>
            <a:off x="517525" y="228600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14396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sp>
        <p:nvSpPr>
          <p:cNvPr id="14397" name="TextBox 34"/>
          <p:cNvSpPr txBox="1">
            <a:spLocks noChangeArrowheads="1"/>
          </p:cNvSpPr>
          <p:nvPr/>
        </p:nvSpPr>
        <p:spPr bwMode="auto">
          <a:xfrm>
            <a:off x="517525" y="2000250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</a:p>
        </p:txBody>
      </p:sp>
      <p:sp>
        <p:nvSpPr>
          <p:cNvPr id="14398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작업번호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8" name="Group 138"/>
          <p:cNvGraphicFramePr>
            <a:graphicFrameLocks noGrp="1"/>
          </p:cNvGraphicFramePr>
          <p:nvPr/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재고조정</a:t>
            </a:r>
          </a:p>
        </p:txBody>
      </p:sp>
      <p:sp>
        <p:nvSpPr>
          <p:cNvPr id="10243" name="직사각형 54"/>
          <p:cNvSpPr>
            <a:spLocks noChangeArrowheads="1"/>
          </p:cNvSpPr>
          <p:nvPr/>
        </p:nvSpPr>
        <p:spPr bwMode="auto">
          <a:xfrm>
            <a:off x="309563" y="2397125"/>
            <a:ext cx="9215437" cy="391219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4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024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1024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038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038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24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27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3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83768"/>
              </p:ext>
            </p:extLst>
          </p:nvPr>
        </p:nvGraphicFramePr>
        <p:xfrm>
          <a:off x="379413" y="2505075"/>
          <a:ext cx="8316912" cy="447067"/>
        </p:xfrm>
        <a:graphic>
          <a:graphicData uri="http://schemas.openxmlformats.org/drawingml/2006/table">
            <a:tbl>
              <a:tblPr/>
              <a:tblGrid>
                <a:gridCol w="25036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03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32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326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32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3265"/>
                <a:gridCol w="6632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2610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2610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6915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9702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9702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4221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64221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651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입출고구분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30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0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452929"/>
              </p:ext>
            </p:extLst>
          </p:nvPr>
        </p:nvGraphicFramePr>
        <p:xfrm>
          <a:off x="379412" y="3040063"/>
          <a:ext cx="7926387" cy="563561"/>
        </p:xfrm>
        <a:graphic>
          <a:graphicData uri="http://schemas.openxmlformats.org/drawingml/2006/table">
            <a:tbl>
              <a:tblPr/>
              <a:tblGrid>
                <a:gridCol w="8807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07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807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07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8070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8070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880709"/>
                <a:gridCol w="880709"/>
                <a:gridCol w="880709"/>
              </a:tblGrid>
              <a:tr h="14506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기존재고수량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조정재고수량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50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343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357" name="직사각형 51"/>
          <p:cNvSpPr>
            <a:spLocks noChangeArrowheads="1"/>
          </p:cNvSpPr>
          <p:nvPr/>
        </p:nvSpPr>
        <p:spPr bwMode="auto">
          <a:xfrm>
            <a:off x="6731000" y="214947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0358" name="직사각형 51"/>
          <p:cNvSpPr>
            <a:spLocks noChangeArrowheads="1"/>
          </p:cNvSpPr>
          <p:nvPr/>
        </p:nvSpPr>
        <p:spPr bwMode="auto">
          <a:xfrm>
            <a:off x="7308850" y="21510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0359" name="직사각형 51"/>
          <p:cNvSpPr>
            <a:spLocks noChangeArrowheads="1"/>
          </p:cNvSpPr>
          <p:nvPr/>
        </p:nvSpPr>
        <p:spPr bwMode="auto">
          <a:xfrm>
            <a:off x="8443913" y="2151063"/>
            <a:ext cx="490537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0360" name="직사각형 51"/>
          <p:cNvSpPr>
            <a:spLocks noChangeArrowheads="1"/>
          </p:cNvSpPr>
          <p:nvPr/>
        </p:nvSpPr>
        <p:spPr bwMode="auto">
          <a:xfrm>
            <a:off x="9015413" y="21415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0361" name="직사각형 51"/>
          <p:cNvSpPr>
            <a:spLocks noChangeArrowheads="1"/>
          </p:cNvSpPr>
          <p:nvPr/>
        </p:nvSpPr>
        <p:spPr bwMode="auto">
          <a:xfrm>
            <a:off x="7875588" y="2149475"/>
            <a:ext cx="490537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0362" name="TextBox 65"/>
          <p:cNvSpPr txBox="1">
            <a:spLocks noChangeArrowheads="1"/>
          </p:cNvSpPr>
          <p:nvPr/>
        </p:nvSpPr>
        <p:spPr bwMode="auto">
          <a:xfrm>
            <a:off x="309563" y="2166938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10363" name="그룹 71"/>
          <p:cNvGrpSpPr>
            <a:grpSpLocks/>
          </p:cNvGrpSpPr>
          <p:nvPr/>
        </p:nvGrpSpPr>
        <p:grpSpPr bwMode="auto">
          <a:xfrm>
            <a:off x="6289675" y="1295400"/>
            <a:ext cx="2071688" cy="230188"/>
            <a:chOff x="3238492" y="1428736"/>
            <a:chExt cx="2071698" cy="230832"/>
          </a:xfrm>
        </p:grpSpPr>
        <p:sp>
          <p:nvSpPr>
            <p:cNvPr id="1038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1038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364" name="직사각형 33"/>
          <p:cNvSpPr>
            <a:spLocks noChangeArrowheads="1"/>
          </p:cNvSpPr>
          <p:nvPr/>
        </p:nvSpPr>
        <p:spPr bwMode="auto">
          <a:xfrm>
            <a:off x="84137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65" name="직사각형 66"/>
          <p:cNvSpPr>
            <a:spLocks noChangeArrowheads="1"/>
          </p:cNvSpPr>
          <p:nvPr/>
        </p:nvSpPr>
        <p:spPr bwMode="auto">
          <a:xfrm>
            <a:off x="86106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66" name="그룹 71"/>
          <p:cNvGrpSpPr>
            <a:grpSpLocks/>
          </p:cNvGrpSpPr>
          <p:nvPr/>
        </p:nvGrpSpPr>
        <p:grpSpPr bwMode="auto">
          <a:xfrm>
            <a:off x="22225" y="1581150"/>
            <a:ext cx="2071688" cy="230188"/>
            <a:chOff x="3238492" y="1428736"/>
            <a:chExt cx="2071698" cy="230832"/>
          </a:xfrm>
        </p:grpSpPr>
        <p:sp>
          <p:nvSpPr>
            <p:cNvPr id="1038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1038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작업중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작업완료</a:t>
              </a:r>
            </a:p>
          </p:txBody>
        </p:sp>
      </p:grpSp>
      <p:sp>
        <p:nvSpPr>
          <p:cNvPr id="10367" name="직사각형 33"/>
          <p:cNvSpPr>
            <a:spLocks noChangeArrowheads="1"/>
          </p:cNvSpPr>
          <p:nvPr/>
        </p:nvSpPr>
        <p:spPr bwMode="auto">
          <a:xfrm>
            <a:off x="1951038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0368" name="그룹 71"/>
          <p:cNvGrpSpPr>
            <a:grpSpLocks/>
          </p:cNvGrpSpPr>
          <p:nvPr/>
        </p:nvGrpSpPr>
        <p:grpSpPr bwMode="auto">
          <a:xfrm>
            <a:off x="15875" y="1268413"/>
            <a:ext cx="2071688" cy="230187"/>
            <a:chOff x="3238492" y="1428736"/>
            <a:chExt cx="2071698" cy="230832"/>
          </a:xfrm>
        </p:grpSpPr>
        <p:sp>
          <p:nvSpPr>
            <p:cNvPr id="1037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1037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369" name="직사각형 33"/>
          <p:cNvSpPr>
            <a:spLocks noChangeArrowheads="1"/>
          </p:cNvSpPr>
          <p:nvPr/>
        </p:nvSpPr>
        <p:spPr bwMode="auto">
          <a:xfrm>
            <a:off x="2139950" y="12779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70" name="직사각형 66"/>
          <p:cNvSpPr>
            <a:spLocks noChangeArrowheads="1"/>
          </p:cNvSpPr>
          <p:nvPr/>
        </p:nvSpPr>
        <p:spPr bwMode="auto">
          <a:xfrm>
            <a:off x="2336800" y="127476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71" name="그룹 71"/>
          <p:cNvGrpSpPr>
            <a:grpSpLocks/>
          </p:cNvGrpSpPr>
          <p:nvPr/>
        </p:nvGrpSpPr>
        <p:grpSpPr bwMode="auto">
          <a:xfrm>
            <a:off x="3214688" y="1295400"/>
            <a:ext cx="2071687" cy="230188"/>
            <a:chOff x="3238492" y="1428736"/>
            <a:chExt cx="2071698" cy="230832"/>
          </a:xfrm>
        </p:grpSpPr>
        <p:sp>
          <p:nvSpPr>
            <p:cNvPr id="1037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1037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372" name="직사각형 66"/>
          <p:cNvSpPr>
            <a:spLocks noChangeArrowheads="1"/>
          </p:cNvSpPr>
          <p:nvPr/>
        </p:nvSpPr>
        <p:spPr bwMode="auto">
          <a:xfrm>
            <a:off x="5535613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73" name="TextBox 65"/>
          <p:cNvSpPr txBox="1">
            <a:spLocks noChangeArrowheads="1"/>
          </p:cNvSpPr>
          <p:nvPr/>
        </p:nvSpPr>
        <p:spPr bwMode="auto">
          <a:xfrm>
            <a:off x="5305425" y="1285875"/>
            <a:ext cx="2143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74" name="직사각형 33"/>
          <p:cNvSpPr>
            <a:spLocks noChangeArrowheads="1"/>
          </p:cNvSpPr>
          <p:nvPr/>
        </p:nvSpPr>
        <p:spPr bwMode="auto">
          <a:xfrm>
            <a:off x="514350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75" name="직사각형 33"/>
          <p:cNvSpPr>
            <a:spLocks noChangeArrowheads="1"/>
          </p:cNvSpPr>
          <p:nvPr/>
        </p:nvSpPr>
        <p:spPr bwMode="auto">
          <a:xfrm>
            <a:off x="6394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51"/>
          <p:cNvSpPr>
            <a:spLocks noChangeArrowheads="1"/>
          </p:cNvSpPr>
          <p:nvPr/>
        </p:nvSpPr>
        <p:spPr bwMode="auto">
          <a:xfrm>
            <a:off x="6158707" y="21494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graphicFrame>
        <p:nvGraphicFramePr>
          <p:cNvPr id="4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530966"/>
              </p:ext>
            </p:extLst>
          </p:nvPr>
        </p:nvGraphicFramePr>
        <p:xfrm>
          <a:off x="379413" y="3789040"/>
          <a:ext cx="7669930" cy="496413"/>
        </p:xfrm>
        <a:graphic>
          <a:graphicData uri="http://schemas.openxmlformats.org/drawingml/2006/table">
            <a:tbl>
              <a:tblPr/>
              <a:tblGrid>
                <a:gridCol w="5307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74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6521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665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44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07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0705">
                  <a:extLst>
                    <a:ext uri="{9D8B030D-6E8A-4147-A177-3AD203B41FA5}">
                      <a16:colId xmlns:a16="http://schemas.microsoft.com/office/drawing/2014/main" xmlns="" val="780815060"/>
                    </a:ext>
                  </a:extLst>
                </a:gridCol>
                <a:gridCol w="67070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70705">
                  <a:extLst>
                    <a:ext uri="{9D8B030D-6E8A-4147-A177-3AD203B41FA5}">
                      <a16:colId xmlns:a16="http://schemas.microsoft.com/office/drawing/2014/main" xmlns="" val="1412769834"/>
                    </a:ext>
                  </a:extLst>
                </a:gridCol>
                <a:gridCol w="670705">
                  <a:extLst>
                    <a:ext uri="{9D8B030D-6E8A-4147-A177-3AD203B41FA5}">
                      <a16:colId xmlns:a16="http://schemas.microsoft.com/office/drawing/2014/main" xmlns="" val="3769712228"/>
                    </a:ext>
                  </a:extLst>
                </a:gridCol>
                <a:gridCol w="67070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3" marR="7643" marT="76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</a:p>
                  </a:txBody>
                  <a:tcPr marL="7643" marR="7643" marT="76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재고조정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3" marR="7643" marT="76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14:20:20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977753"/>
              </p:ext>
            </p:extLst>
          </p:nvPr>
        </p:nvGraphicFramePr>
        <p:xfrm>
          <a:off x="379413" y="4382718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재고조정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12291" name="직사각형 51"/>
          <p:cNvSpPr>
            <a:spLocks noChangeArrowheads="1"/>
          </p:cNvSpPr>
          <p:nvPr/>
        </p:nvSpPr>
        <p:spPr bwMode="auto">
          <a:xfrm>
            <a:off x="7302500" y="19161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229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229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2294" name="직사각형 51"/>
          <p:cNvSpPr>
            <a:spLocks noChangeArrowheads="1"/>
          </p:cNvSpPr>
          <p:nvPr/>
        </p:nvSpPr>
        <p:spPr bwMode="auto">
          <a:xfrm>
            <a:off x="7858125" y="19161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grpSp>
        <p:nvGrpSpPr>
          <p:cNvPr id="1229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251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252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29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29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298" name="직사각형 51"/>
          <p:cNvSpPr>
            <a:spLocks noChangeArrowheads="1"/>
          </p:cNvSpPr>
          <p:nvPr/>
        </p:nvSpPr>
        <p:spPr bwMode="auto">
          <a:xfrm>
            <a:off x="6711553" y="1916113"/>
            <a:ext cx="492125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2299" name="직사각형 54"/>
          <p:cNvSpPr>
            <a:spLocks noChangeArrowheads="1"/>
          </p:cNvSpPr>
          <p:nvPr/>
        </p:nvSpPr>
        <p:spPr bwMode="auto">
          <a:xfrm>
            <a:off x="309563" y="2181225"/>
            <a:ext cx="9215437" cy="19145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758039"/>
              </p:ext>
            </p:extLst>
          </p:nvPr>
        </p:nvGraphicFramePr>
        <p:xfrm>
          <a:off x="379413" y="2289175"/>
          <a:ext cx="8966073" cy="438150"/>
        </p:xfrm>
        <a:graphic>
          <a:graphicData uri="http://schemas.openxmlformats.org/drawingml/2006/table">
            <a:tbl>
              <a:tblPr/>
              <a:tblGrid>
                <a:gridCol w="3581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8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893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740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1075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5249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0013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2671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82671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5114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91857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1651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30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307822"/>
              </p:ext>
            </p:extLst>
          </p:nvPr>
        </p:nvGraphicFramePr>
        <p:xfrm>
          <a:off x="379413" y="2824163"/>
          <a:ext cx="6948483" cy="563563"/>
        </p:xfrm>
        <a:graphic>
          <a:graphicData uri="http://schemas.openxmlformats.org/drawingml/2006/table">
            <a:tbl>
              <a:tblPr/>
              <a:tblGrid>
                <a:gridCol w="9926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926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926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26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264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9264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92640">
                  <a:extLst>
                    <a:ext uri="{9D8B030D-6E8A-4147-A177-3AD203B41FA5}">
                      <a16:colId xmlns:a16="http://schemas.microsoft.com/office/drawing/2014/main" xmlns="" val="4237440844"/>
                    </a:ext>
                  </a:extLst>
                </a:gridCol>
              </a:tblGrid>
              <a:tr h="14493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기존재고수량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조정재고수량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9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368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재고조정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2405" name="직사각형 54"/>
          <p:cNvSpPr>
            <a:spLocks noChangeArrowheads="1"/>
          </p:cNvSpPr>
          <p:nvPr/>
        </p:nvSpPr>
        <p:spPr bwMode="auto">
          <a:xfrm>
            <a:off x="309563" y="4437063"/>
            <a:ext cx="9215437" cy="19208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158024"/>
              </p:ext>
            </p:extLst>
          </p:nvPr>
        </p:nvGraphicFramePr>
        <p:xfrm>
          <a:off x="379413" y="4581525"/>
          <a:ext cx="7045324" cy="569588"/>
        </p:xfrm>
        <a:graphic>
          <a:graphicData uri="http://schemas.openxmlformats.org/drawingml/2006/table">
            <a:tbl>
              <a:tblPr/>
              <a:tblGrid>
                <a:gridCol w="2290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90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06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06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2968"/>
                <a:gridCol w="6229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12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0361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3763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2874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2874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5249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8749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28763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입출고구분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30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2478" name="직사각형 51"/>
          <p:cNvSpPr>
            <a:spLocks noChangeArrowheads="1"/>
          </p:cNvSpPr>
          <p:nvPr/>
        </p:nvSpPr>
        <p:spPr bwMode="auto">
          <a:xfrm>
            <a:off x="6105128" y="19161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grpSp>
        <p:nvGrpSpPr>
          <p:cNvPr id="12479" name="그룹 71"/>
          <p:cNvGrpSpPr>
            <a:grpSpLocks/>
          </p:cNvGrpSpPr>
          <p:nvPr/>
        </p:nvGrpSpPr>
        <p:grpSpPr bwMode="auto">
          <a:xfrm>
            <a:off x="-47625" y="1285875"/>
            <a:ext cx="2071688" cy="230188"/>
            <a:chOff x="3238492" y="1428736"/>
            <a:chExt cx="2071698" cy="230832"/>
          </a:xfrm>
        </p:grpSpPr>
        <p:sp>
          <p:nvSpPr>
            <p:cNvPr id="1251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1251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480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81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482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1251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1251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483" name="직사각형 33"/>
          <p:cNvSpPr>
            <a:spLocks noChangeArrowheads="1"/>
          </p:cNvSpPr>
          <p:nvPr/>
        </p:nvSpPr>
        <p:spPr bwMode="auto">
          <a:xfrm>
            <a:off x="52562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84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485" name="그룹 71"/>
          <p:cNvGrpSpPr>
            <a:grpSpLocks/>
          </p:cNvGrpSpPr>
          <p:nvPr/>
        </p:nvGrpSpPr>
        <p:grpSpPr bwMode="auto">
          <a:xfrm>
            <a:off x="-47625" y="1571625"/>
            <a:ext cx="2071688" cy="230188"/>
            <a:chOff x="3238492" y="1428736"/>
            <a:chExt cx="2071698" cy="230832"/>
          </a:xfrm>
        </p:grpSpPr>
        <p:sp>
          <p:nvSpPr>
            <p:cNvPr id="1251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1251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486" name="직사각형 33"/>
          <p:cNvSpPr>
            <a:spLocks noChangeArrowheads="1"/>
          </p:cNvSpPr>
          <p:nvPr/>
        </p:nvSpPr>
        <p:spPr bwMode="auto">
          <a:xfrm>
            <a:off x="2076450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87" name="직사각형 66"/>
          <p:cNvSpPr>
            <a:spLocks noChangeArrowheads="1"/>
          </p:cNvSpPr>
          <p:nvPr/>
        </p:nvSpPr>
        <p:spPr bwMode="auto">
          <a:xfrm>
            <a:off x="2273300" y="1577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488" name="그룹 71"/>
          <p:cNvGrpSpPr>
            <a:grpSpLocks/>
          </p:cNvGrpSpPr>
          <p:nvPr/>
        </p:nvGrpSpPr>
        <p:grpSpPr bwMode="auto">
          <a:xfrm>
            <a:off x="3132138" y="1577975"/>
            <a:ext cx="2071687" cy="230188"/>
            <a:chOff x="3238492" y="1428736"/>
            <a:chExt cx="2071698" cy="230832"/>
          </a:xfrm>
        </p:grpSpPr>
        <p:sp>
          <p:nvSpPr>
            <p:cNvPr id="1251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1251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489" name="직사각형 33"/>
          <p:cNvSpPr>
            <a:spLocks noChangeArrowheads="1"/>
          </p:cNvSpPr>
          <p:nvPr/>
        </p:nvSpPr>
        <p:spPr bwMode="auto">
          <a:xfrm>
            <a:off x="5256213" y="1587500"/>
            <a:ext cx="1428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90" name="직사각형 66"/>
          <p:cNvSpPr>
            <a:spLocks noChangeArrowheads="1"/>
          </p:cNvSpPr>
          <p:nvPr/>
        </p:nvSpPr>
        <p:spPr bwMode="auto">
          <a:xfrm>
            <a:off x="5453063" y="15843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498" name="그룹 71"/>
          <p:cNvGrpSpPr>
            <a:grpSpLocks/>
          </p:cNvGrpSpPr>
          <p:nvPr/>
        </p:nvGrpSpPr>
        <p:grpSpPr bwMode="auto">
          <a:xfrm>
            <a:off x="6738938" y="4186238"/>
            <a:ext cx="1928812" cy="230187"/>
            <a:chOff x="2666970" y="1428735"/>
            <a:chExt cx="1928837" cy="231478"/>
          </a:xfrm>
        </p:grpSpPr>
        <p:sp>
          <p:nvSpPr>
            <p:cNvPr id="12505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50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499" name="직사각형 66"/>
          <p:cNvSpPr>
            <a:spLocks noChangeArrowheads="1"/>
          </p:cNvSpPr>
          <p:nvPr/>
        </p:nvSpPr>
        <p:spPr bwMode="auto">
          <a:xfrm>
            <a:off x="8810625" y="4187825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00" name="직사각형 66"/>
          <p:cNvSpPr>
            <a:spLocks noChangeArrowheads="1"/>
          </p:cNvSpPr>
          <p:nvPr/>
        </p:nvSpPr>
        <p:spPr bwMode="auto">
          <a:xfrm>
            <a:off x="9239250" y="4189413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01" name="TextBox 65"/>
          <p:cNvSpPr txBox="1">
            <a:spLocks noChangeArrowheads="1"/>
          </p:cNvSpPr>
          <p:nvPr/>
        </p:nvSpPr>
        <p:spPr bwMode="auto">
          <a:xfrm>
            <a:off x="309563" y="1900238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2503" name="직사각형 51"/>
          <p:cNvSpPr>
            <a:spLocks noChangeArrowheads="1"/>
          </p:cNvSpPr>
          <p:nvPr/>
        </p:nvSpPr>
        <p:spPr bwMode="auto">
          <a:xfrm>
            <a:off x="8442325" y="19113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2504" name="직사각형 51"/>
          <p:cNvSpPr>
            <a:spLocks noChangeArrowheads="1"/>
          </p:cNvSpPr>
          <p:nvPr/>
        </p:nvSpPr>
        <p:spPr bwMode="auto">
          <a:xfrm>
            <a:off x="9023350" y="19113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271108"/>
              </p:ext>
            </p:extLst>
          </p:nvPr>
        </p:nvGraphicFramePr>
        <p:xfrm>
          <a:off x="7426857" y="4581525"/>
          <a:ext cx="1918632" cy="571525"/>
        </p:xfrm>
        <a:graphic>
          <a:graphicData uri="http://schemas.openxmlformats.org/drawingml/2006/table">
            <a:tbl>
              <a:tblPr/>
              <a:tblGrid>
                <a:gridCol w="639544">
                  <a:extLst>
                    <a:ext uri="{9D8B030D-6E8A-4147-A177-3AD203B41FA5}">
                      <a16:colId xmlns:a16="http://schemas.microsoft.com/office/drawing/2014/main" xmlns="" val="2716387285"/>
                    </a:ext>
                  </a:extLst>
                </a:gridCol>
                <a:gridCol w="639544">
                  <a:extLst>
                    <a:ext uri="{9D8B030D-6E8A-4147-A177-3AD203B41FA5}">
                      <a16:colId xmlns:a16="http://schemas.microsoft.com/office/drawing/2014/main" xmlns="" val="1664234342"/>
                    </a:ext>
                  </a:extLst>
                </a:gridCol>
                <a:gridCol w="639544">
                  <a:extLst>
                    <a:ext uri="{9D8B030D-6E8A-4147-A177-3AD203B41FA5}">
                      <a16:colId xmlns:a16="http://schemas.microsoft.com/office/drawing/2014/main" xmlns="" val="1597595992"/>
                    </a:ext>
                  </a:extLst>
                </a:gridCol>
              </a:tblGrid>
              <a:tr h="144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조정수량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0535739"/>
                  </a:ext>
                </a:extLst>
              </a:tr>
              <a:tr h="1447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74211844"/>
                  </a:ext>
                </a:extLst>
              </a:tr>
              <a:tr h="2819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43246135"/>
                  </a:ext>
                </a:extLst>
              </a:tr>
            </a:tbl>
          </a:graphicData>
        </a:graphic>
      </p:graphicFrame>
      <p:graphicFrame>
        <p:nvGraphicFramePr>
          <p:cNvPr id="6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88085"/>
              </p:ext>
            </p:extLst>
          </p:nvPr>
        </p:nvGraphicFramePr>
        <p:xfrm>
          <a:off x="377827" y="3533775"/>
          <a:ext cx="6025884" cy="430212"/>
        </p:xfrm>
        <a:graphic>
          <a:graphicData uri="http://schemas.openxmlformats.org/drawingml/2006/table">
            <a:tbl>
              <a:tblPr/>
              <a:tblGrid>
                <a:gridCol w="565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73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16386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8163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674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1433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14339">
                  <a:extLst>
                    <a:ext uri="{9D8B030D-6E8A-4147-A177-3AD203B41FA5}">
                      <a16:colId xmlns:a16="http://schemas.microsoft.com/office/drawing/2014/main" xmlns="" val="2027948691"/>
                    </a:ext>
                  </a:extLst>
                </a:gridCol>
                <a:gridCol w="714339">
                  <a:extLst>
                    <a:ext uri="{9D8B030D-6E8A-4147-A177-3AD203B41FA5}">
                      <a16:colId xmlns:a16="http://schemas.microsoft.com/office/drawing/2014/main" xmlns="" val="4287989373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222106"/>
              </p:ext>
            </p:extLst>
          </p:nvPr>
        </p:nvGraphicFramePr>
        <p:xfrm>
          <a:off x="366013" y="5303044"/>
          <a:ext cx="6229651" cy="430212"/>
        </p:xfrm>
        <a:graphic>
          <a:graphicData uri="http://schemas.openxmlformats.org/drawingml/2006/table">
            <a:tbl>
              <a:tblPr/>
              <a:tblGrid>
                <a:gridCol w="5500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53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4405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944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4405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951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95105">
                  <a:extLst>
                    <a:ext uri="{9D8B030D-6E8A-4147-A177-3AD203B41FA5}">
                      <a16:colId xmlns:a16="http://schemas.microsoft.com/office/drawing/2014/main" xmlns="" val="1561509553"/>
                    </a:ext>
                  </a:extLst>
                </a:gridCol>
                <a:gridCol w="69510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6601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재고조정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64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6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6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7" name="직사각형 33"/>
          <p:cNvSpPr>
            <a:spLocks noChangeArrowheads="1"/>
          </p:cNvSpPr>
          <p:nvPr/>
        </p:nvSpPr>
        <p:spPr bwMode="auto">
          <a:xfrm>
            <a:off x="8185078" y="130650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224342"/>
              </p:ext>
            </p:extLst>
          </p:nvPr>
        </p:nvGraphicFramePr>
        <p:xfrm>
          <a:off x="6403709" y="3521444"/>
          <a:ext cx="2941779" cy="430212"/>
        </p:xfrm>
        <a:graphic>
          <a:graphicData uri="http://schemas.openxmlformats.org/drawingml/2006/table">
            <a:tbl>
              <a:tblPr/>
              <a:tblGrid>
                <a:gridCol w="58418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58418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58418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58418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05055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155330"/>
              </p:ext>
            </p:extLst>
          </p:nvPr>
        </p:nvGraphicFramePr>
        <p:xfrm>
          <a:off x="6595662" y="5313898"/>
          <a:ext cx="2749822" cy="430212"/>
        </p:xfrm>
        <a:graphic>
          <a:graphicData uri="http://schemas.openxmlformats.org/drawingml/2006/table">
            <a:tbl>
              <a:tblPr/>
              <a:tblGrid>
                <a:gridCol w="546062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546062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546062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546062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565574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제품코드변경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005812"/>
              </p:ext>
            </p:extLst>
          </p:nvPr>
        </p:nvGraphicFramePr>
        <p:xfrm>
          <a:off x="379413" y="2433638"/>
          <a:ext cx="8822058" cy="628606"/>
        </p:xfrm>
        <a:graphic>
          <a:graphicData uri="http://schemas.openxmlformats.org/drawingml/2006/table">
            <a:tbl>
              <a:tblPr/>
              <a:tblGrid>
                <a:gridCol w="3056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56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99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999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837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8371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069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8371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06974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3023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1860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0184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0248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02481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</a:tblGrid>
              <a:tr h="14477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25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3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6441" name="직사각형 54"/>
          <p:cNvSpPr>
            <a:spLocks noChangeArrowheads="1"/>
          </p:cNvSpPr>
          <p:nvPr/>
        </p:nvSpPr>
        <p:spPr bwMode="auto">
          <a:xfrm>
            <a:off x="309563" y="2325688"/>
            <a:ext cx="9215437" cy="39830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42" name="직사각형 51"/>
          <p:cNvSpPr>
            <a:spLocks noChangeArrowheads="1"/>
          </p:cNvSpPr>
          <p:nvPr/>
        </p:nvSpPr>
        <p:spPr bwMode="auto">
          <a:xfrm>
            <a:off x="6853238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644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644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16445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1644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650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650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44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206025"/>
              </p:ext>
            </p:extLst>
          </p:nvPr>
        </p:nvGraphicFramePr>
        <p:xfrm>
          <a:off x="363538" y="3284538"/>
          <a:ext cx="7577137" cy="571545"/>
        </p:xfrm>
        <a:graphic>
          <a:graphicData uri="http://schemas.openxmlformats.org/drawingml/2006/table">
            <a:tbl>
              <a:tblPr/>
              <a:tblGrid>
                <a:gridCol w="684429">
                  <a:extLst>
                    <a:ext uri="{9D8B030D-6E8A-4147-A177-3AD203B41FA5}">
                      <a16:colId xmlns:a16="http://schemas.microsoft.com/office/drawing/2014/main" xmlns="" val="3933256026"/>
                    </a:ext>
                  </a:extLst>
                </a:gridCol>
                <a:gridCol w="6844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44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973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3973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3973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32991">
                  <a:extLst>
                    <a:ext uri="{9D8B030D-6E8A-4147-A177-3AD203B41FA5}">
                      <a16:colId xmlns:a16="http://schemas.microsoft.com/office/drawing/2014/main" xmlns="" val="4040754588"/>
                    </a:ext>
                  </a:extLst>
                </a:gridCol>
                <a:gridCol w="819813">
                  <a:extLst>
                    <a:ext uri="{9D8B030D-6E8A-4147-A177-3AD203B41FA5}">
                      <a16:colId xmlns:a16="http://schemas.microsoft.com/office/drawing/2014/main" xmlns="" val="4137804396"/>
                    </a:ext>
                  </a:extLst>
                </a:gridCol>
                <a:gridCol w="67640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1101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6441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1447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중량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제품코드변경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14:20:20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648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6485" name="그룹 71"/>
          <p:cNvGrpSpPr>
            <a:grpSpLocks/>
          </p:cNvGrpSpPr>
          <p:nvPr/>
        </p:nvGrpSpPr>
        <p:grpSpPr bwMode="auto">
          <a:xfrm>
            <a:off x="6289675" y="1295400"/>
            <a:ext cx="2071688" cy="230188"/>
            <a:chOff x="3238492" y="1428736"/>
            <a:chExt cx="2071698" cy="230832"/>
          </a:xfrm>
        </p:grpSpPr>
        <p:sp>
          <p:nvSpPr>
            <p:cNvPr id="1650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1650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486" name="직사각형 33"/>
          <p:cNvSpPr>
            <a:spLocks noChangeArrowheads="1"/>
          </p:cNvSpPr>
          <p:nvPr/>
        </p:nvSpPr>
        <p:spPr bwMode="auto">
          <a:xfrm>
            <a:off x="84137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87" name="직사각형 66"/>
          <p:cNvSpPr>
            <a:spLocks noChangeArrowheads="1"/>
          </p:cNvSpPr>
          <p:nvPr/>
        </p:nvSpPr>
        <p:spPr bwMode="auto">
          <a:xfrm>
            <a:off x="86106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88" name="직사각형 51"/>
          <p:cNvSpPr>
            <a:spLocks noChangeArrowheads="1"/>
          </p:cNvSpPr>
          <p:nvPr/>
        </p:nvSpPr>
        <p:spPr bwMode="auto">
          <a:xfrm>
            <a:off x="848360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6489" name="직사각형 51"/>
          <p:cNvSpPr>
            <a:spLocks noChangeArrowheads="1"/>
          </p:cNvSpPr>
          <p:nvPr/>
        </p:nvSpPr>
        <p:spPr bwMode="auto">
          <a:xfrm>
            <a:off x="739775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6490" name="직사각형 51"/>
          <p:cNvSpPr>
            <a:spLocks noChangeArrowheads="1"/>
          </p:cNvSpPr>
          <p:nvPr/>
        </p:nvSpPr>
        <p:spPr bwMode="auto">
          <a:xfrm>
            <a:off x="7940675" y="2051050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6491" name="직사각형 51"/>
          <p:cNvSpPr>
            <a:spLocks noChangeArrowheads="1"/>
          </p:cNvSpPr>
          <p:nvPr/>
        </p:nvSpPr>
        <p:spPr bwMode="auto">
          <a:xfrm>
            <a:off x="5457825" y="2051050"/>
            <a:ext cx="8001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지시서발행</a:t>
            </a:r>
          </a:p>
        </p:txBody>
      </p:sp>
      <p:sp>
        <p:nvSpPr>
          <p:cNvPr id="16492" name="직사각형 51"/>
          <p:cNvSpPr>
            <a:spLocks noChangeArrowheads="1"/>
          </p:cNvSpPr>
          <p:nvPr/>
        </p:nvSpPr>
        <p:spPr bwMode="auto">
          <a:xfrm>
            <a:off x="6310313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16493" name="TextBox 65"/>
          <p:cNvSpPr txBox="1">
            <a:spLocks noChangeArrowheads="1"/>
          </p:cNvSpPr>
          <p:nvPr/>
        </p:nvSpPr>
        <p:spPr bwMode="auto">
          <a:xfrm>
            <a:off x="309563" y="2093913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16494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1650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1650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495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96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497" name="그룹 71"/>
          <p:cNvGrpSpPr>
            <a:grpSpLocks/>
          </p:cNvGrpSpPr>
          <p:nvPr/>
        </p:nvGrpSpPr>
        <p:grpSpPr bwMode="auto">
          <a:xfrm>
            <a:off x="3214688" y="1295400"/>
            <a:ext cx="2071687" cy="230188"/>
            <a:chOff x="3238492" y="1428736"/>
            <a:chExt cx="2071698" cy="230832"/>
          </a:xfrm>
        </p:grpSpPr>
        <p:sp>
          <p:nvSpPr>
            <p:cNvPr id="1650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1650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498" name="직사각형 66"/>
          <p:cNvSpPr>
            <a:spLocks noChangeArrowheads="1"/>
          </p:cNvSpPr>
          <p:nvPr/>
        </p:nvSpPr>
        <p:spPr bwMode="auto">
          <a:xfrm>
            <a:off x="5535613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99" name="TextBox 65"/>
          <p:cNvSpPr txBox="1">
            <a:spLocks noChangeArrowheads="1"/>
          </p:cNvSpPr>
          <p:nvPr/>
        </p:nvSpPr>
        <p:spPr bwMode="auto">
          <a:xfrm>
            <a:off x="5305425" y="1285875"/>
            <a:ext cx="2143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00" name="직사각형 33"/>
          <p:cNvSpPr>
            <a:spLocks noChangeArrowheads="1"/>
          </p:cNvSpPr>
          <p:nvPr/>
        </p:nvSpPr>
        <p:spPr bwMode="auto">
          <a:xfrm>
            <a:off x="514350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501" name="직사각형 33"/>
          <p:cNvSpPr>
            <a:spLocks noChangeArrowheads="1"/>
          </p:cNvSpPr>
          <p:nvPr/>
        </p:nvSpPr>
        <p:spPr bwMode="auto">
          <a:xfrm>
            <a:off x="6394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8" name="그룹 71"/>
          <p:cNvGrpSpPr>
            <a:grpSpLocks/>
          </p:cNvGrpSpPr>
          <p:nvPr/>
        </p:nvGrpSpPr>
        <p:grpSpPr bwMode="auto">
          <a:xfrm>
            <a:off x="22225" y="1581150"/>
            <a:ext cx="2071688" cy="230188"/>
            <a:chOff x="3238492" y="1428736"/>
            <a:chExt cx="2071698" cy="230832"/>
          </a:xfrm>
        </p:grpSpPr>
        <p:sp>
          <p:nvSpPr>
            <p:cNvPr id="3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4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작업중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작업완료</a:t>
              </a:r>
            </a:p>
          </p:txBody>
        </p:sp>
      </p:grpSp>
      <p:sp>
        <p:nvSpPr>
          <p:cNvPr id="41" name="직사각형 33"/>
          <p:cNvSpPr>
            <a:spLocks noChangeArrowheads="1"/>
          </p:cNvSpPr>
          <p:nvPr/>
        </p:nvSpPr>
        <p:spPr bwMode="auto">
          <a:xfrm>
            <a:off x="1951038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89358"/>
              </p:ext>
            </p:extLst>
          </p:nvPr>
        </p:nvGraphicFramePr>
        <p:xfrm>
          <a:off x="394519" y="4078377"/>
          <a:ext cx="4456320" cy="430212"/>
        </p:xfrm>
        <a:graphic>
          <a:graphicData uri="http://schemas.openxmlformats.org/drawingml/2006/table">
            <a:tbl>
              <a:tblPr/>
              <a:tblGrid>
                <a:gridCol w="7674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6521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665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458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89927">
                  <a:extLst>
                    <a:ext uri="{9D8B030D-6E8A-4147-A177-3AD203B41FA5}">
                      <a16:colId xmlns:a16="http://schemas.microsoft.com/office/drawing/2014/main" xmlns="" val="780815060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818797"/>
              </p:ext>
            </p:extLst>
          </p:nvPr>
        </p:nvGraphicFramePr>
        <p:xfrm>
          <a:off x="4850839" y="4073459"/>
          <a:ext cx="3263915" cy="435661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1840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5163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제품코드변경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1843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843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1843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865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865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43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43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440" name="직사각형 54"/>
          <p:cNvSpPr>
            <a:spLocks noChangeArrowheads="1"/>
          </p:cNvSpPr>
          <p:nvPr/>
        </p:nvSpPr>
        <p:spPr bwMode="auto">
          <a:xfrm>
            <a:off x="314325" y="2327274"/>
            <a:ext cx="9215438" cy="198395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441" name="직사각형 51"/>
          <p:cNvSpPr>
            <a:spLocks noChangeArrowheads="1"/>
          </p:cNvSpPr>
          <p:nvPr/>
        </p:nvSpPr>
        <p:spPr bwMode="auto">
          <a:xfrm>
            <a:off x="6766719" y="20605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8443" name="직사각형 51"/>
          <p:cNvSpPr>
            <a:spLocks noChangeArrowheads="1"/>
          </p:cNvSpPr>
          <p:nvPr/>
        </p:nvSpPr>
        <p:spPr bwMode="auto">
          <a:xfrm>
            <a:off x="7880350" y="20621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8444" name="직사각형 51"/>
          <p:cNvSpPr>
            <a:spLocks noChangeArrowheads="1"/>
          </p:cNvSpPr>
          <p:nvPr/>
        </p:nvSpPr>
        <p:spPr bwMode="auto">
          <a:xfrm>
            <a:off x="8451850" y="20621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8445" name="직사각형 51"/>
          <p:cNvSpPr>
            <a:spLocks noChangeArrowheads="1"/>
          </p:cNvSpPr>
          <p:nvPr/>
        </p:nvSpPr>
        <p:spPr bwMode="auto">
          <a:xfrm>
            <a:off x="7312025" y="2060575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8446" name="직사각형 51"/>
          <p:cNvSpPr>
            <a:spLocks noChangeArrowheads="1"/>
          </p:cNvSpPr>
          <p:nvPr/>
        </p:nvSpPr>
        <p:spPr bwMode="auto">
          <a:xfrm>
            <a:off x="9024938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18447" name="직사각형 51"/>
          <p:cNvSpPr>
            <a:spLocks noChangeArrowheads="1"/>
          </p:cNvSpPr>
          <p:nvPr/>
        </p:nvSpPr>
        <p:spPr bwMode="auto">
          <a:xfrm>
            <a:off x="6195219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sp>
        <p:nvSpPr>
          <p:cNvPr id="18457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458" name="TextBox 65"/>
          <p:cNvSpPr txBox="1">
            <a:spLocks noChangeArrowheads="1"/>
          </p:cNvSpPr>
          <p:nvPr/>
        </p:nvSpPr>
        <p:spPr bwMode="auto">
          <a:xfrm>
            <a:off x="309563" y="2098675"/>
            <a:ext cx="9286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8459" name="직사각형 54"/>
          <p:cNvSpPr>
            <a:spLocks noChangeArrowheads="1"/>
          </p:cNvSpPr>
          <p:nvPr/>
        </p:nvSpPr>
        <p:spPr bwMode="auto">
          <a:xfrm>
            <a:off x="315913" y="4776365"/>
            <a:ext cx="9215437" cy="16049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461" name="그룹 56"/>
          <p:cNvGrpSpPr>
            <a:grpSpLocks/>
          </p:cNvGrpSpPr>
          <p:nvPr/>
        </p:nvGrpSpPr>
        <p:grpSpPr bwMode="auto">
          <a:xfrm>
            <a:off x="6738938" y="4454103"/>
            <a:ext cx="1928812" cy="230187"/>
            <a:chOff x="2666970" y="1428735"/>
            <a:chExt cx="1928837" cy="231478"/>
          </a:xfrm>
        </p:grpSpPr>
        <p:sp>
          <p:nvSpPr>
            <p:cNvPr id="18644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64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462" name="직사각형 66"/>
          <p:cNvSpPr>
            <a:spLocks noChangeArrowheads="1"/>
          </p:cNvSpPr>
          <p:nvPr/>
        </p:nvSpPr>
        <p:spPr bwMode="auto">
          <a:xfrm>
            <a:off x="8810625" y="4455690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463" name="직사각형 66"/>
          <p:cNvSpPr>
            <a:spLocks noChangeArrowheads="1"/>
          </p:cNvSpPr>
          <p:nvPr/>
        </p:nvSpPr>
        <p:spPr bwMode="auto">
          <a:xfrm>
            <a:off x="9239250" y="4457278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510721"/>
              </p:ext>
            </p:extLst>
          </p:nvPr>
        </p:nvGraphicFramePr>
        <p:xfrm>
          <a:off x="381000" y="2420938"/>
          <a:ext cx="8964490" cy="571501"/>
        </p:xfrm>
        <a:graphic>
          <a:graphicData uri="http://schemas.openxmlformats.org/drawingml/2006/table">
            <a:tbl>
              <a:tblPr/>
              <a:tblGrid>
                <a:gridCol w="3637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7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517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517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4142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5177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4142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3106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3624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3532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9804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9804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14480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8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6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814733"/>
              </p:ext>
            </p:extLst>
          </p:nvPr>
        </p:nvGraphicFramePr>
        <p:xfrm>
          <a:off x="395288" y="3068960"/>
          <a:ext cx="7185809" cy="571545"/>
        </p:xfrm>
        <a:graphic>
          <a:graphicData uri="http://schemas.openxmlformats.org/drawingml/2006/table">
            <a:tbl>
              <a:tblPr/>
              <a:tblGrid>
                <a:gridCol w="633151">
                  <a:extLst>
                    <a:ext uri="{9D8B030D-6E8A-4147-A177-3AD203B41FA5}">
                      <a16:colId xmlns:a16="http://schemas.microsoft.com/office/drawing/2014/main" xmlns="" val="3780668170"/>
                    </a:ext>
                  </a:extLst>
                </a:gridCol>
                <a:gridCol w="6331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331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415716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83166">
                  <a:extLst>
                    <a:ext uri="{9D8B030D-6E8A-4147-A177-3AD203B41FA5}">
                      <a16:colId xmlns:a16="http://schemas.microsoft.com/office/drawing/2014/main" xmlns="" val="2997347443"/>
                    </a:ext>
                  </a:extLst>
                </a:gridCol>
              </a:tblGrid>
              <a:tr h="1447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제품코드변경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6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183052"/>
              </p:ext>
            </p:extLst>
          </p:nvPr>
        </p:nvGraphicFramePr>
        <p:xfrm>
          <a:off x="392112" y="4854153"/>
          <a:ext cx="8953376" cy="571501"/>
        </p:xfrm>
        <a:graphic>
          <a:graphicData uri="http://schemas.openxmlformats.org/drawingml/2006/table">
            <a:tbl>
              <a:tblPr/>
              <a:tblGrid>
                <a:gridCol w="3633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33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504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504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403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504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4037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3028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3533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3428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97299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97299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14480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8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53" name="그룹 71"/>
          <p:cNvGrpSpPr>
            <a:grpSpLocks/>
          </p:cNvGrpSpPr>
          <p:nvPr/>
        </p:nvGrpSpPr>
        <p:grpSpPr bwMode="auto">
          <a:xfrm>
            <a:off x="-47625" y="1285875"/>
            <a:ext cx="2071688" cy="230188"/>
            <a:chOff x="3238492" y="1428736"/>
            <a:chExt cx="2071698" cy="230832"/>
          </a:xfrm>
        </p:grpSpPr>
        <p:sp>
          <p:nvSpPr>
            <p:cNvPr id="5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6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8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5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6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" name="직사각형 33"/>
          <p:cNvSpPr>
            <a:spLocks noChangeArrowheads="1"/>
          </p:cNvSpPr>
          <p:nvPr/>
        </p:nvSpPr>
        <p:spPr bwMode="auto">
          <a:xfrm>
            <a:off x="52562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5" name="그룹 71"/>
          <p:cNvGrpSpPr>
            <a:grpSpLocks/>
          </p:cNvGrpSpPr>
          <p:nvPr/>
        </p:nvGrpSpPr>
        <p:grpSpPr bwMode="auto">
          <a:xfrm>
            <a:off x="-47625" y="1571625"/>
            <a:ext cx="2071688" cy="230188"/>
            <a:chOff x="3238492" y="1428736"/>
            <a:chExt cx="2071698" cy="230832"/>
          </a:xfrm>
        </p:grpSpPr>
        <p:sp>
          <p:nvSpPr>
            <p:cNvPr id="6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6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0" name="직사각형 33"/>
          <p:cNvSpPr>
            <a:spLocks noChangeArrowheads="1"/>
          </p:cNvSpPr>
          <p:nvPr/>
        </p:nvSpPr>
        <p:spPr bwMode="auto">
          <a:xfrm>
            <a:off x="2076450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66"/>
          <p:cNvSpPr>
            <a:spLocks noChangeArrowheads="1"/>
          </p:cNvSpPr>
          <p:nvPr/>
        </p:nvSpPr>
        <p:spPr bwMode="auto">
          <a:xfrm>
            <a:off x="2273300" y="1577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2" name="그룹 71"/>
          <p:cNvGrpSpPr>
            <a:grpSpLocks/>
          </p:cNvGrpSpPr>
          <p:nvPr/>
        </p:nvGrpSpPr>
        <p:grpSpPr bwMode="auto">
          <a:xfrm>
            <a:off x="3132138" y="1577975"/>
            <a:ext cx="2071687" cy="230188"/>
            <a:chOff x="3238492" y="1428736"/>
            <a:chExt cx="2071698" cy="230832"/>
          </a:xfrm>
        </p:grpSpPr>
        <p:sp>
          <p:nvSpPr>
            <p:cNvPr id="7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7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5" name="직사각형 33"/>
          <p:cNvSpPr>
            <a:spLocks noChangeArrowheads="1"/>
          </p:cNvSpPr>
          <p:nvPr/>
        </p:nvSpPr>
        <p:spPr bwMode="auto">
          <a:xfrm>
            <a:off x="5256213" y="1587500"/>
            <a:ext cx="1428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66"/>
          <p:cNvSpPr>
            <a:spLocks noChangeArrowheads="1"/>
          </p:cNvSpPr>
          <p:nvPr/>
        </p:nvSpPr>
        <p:spPr bwMode="auto">
          <a:xfrm>
            <a:off x="5453063" y="15843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76810"/>
              </p:ext>
            </p:extLst>
          </p:nvPr>
        </p:nvGraphicFramePr>
        <p:xfrm>
          <a:off x="386348" y="5583333"/>
          <a:ext cx="5967245" cy="571522"/>
        </p:xfrm>
        <a:graphic>
          <a:graphicData uri="http://schemas.openxmlformats.org/drawingml/2006/table">
            <a:tbl>
              <a:tblPr/>
              <a:tblGrid>
                <a:gridCol w="672276">
                  <a:extLst>
                    <a:ext uri="{9D8B030D-6E8A-4147-A177-3AD203B41FA5}">
                      <a16:colId xmlns:a16="http://schemas.microsoft.com/office/drawing/2014/main" xmlns="" val="3780668170"/>
                    </a:ext>
                  </a:extLst>
                </a:gridCol>
                <a:gridCol w="6722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22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22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266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660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660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4038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5794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447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제품코드변경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8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51984"/>
              </p:ext>
            </p:extLst>
          </p:nvPr>
        </p:nvGraphicFramePr>
        <p:xfrm>
          <a:off x="380998" y="3717032"/>
          <a:ext cx="4788026" cy="430212"/>
        </p:xfrm>
        <a:graphic>
          <a:graphicData uri="http://schemas.openxmlformats.org/drawingml/2006/table">
            <a:tbl>
              <a:tblPr/>
              <a:tblGrid>
                <a:gridCol w="6967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94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243126517"/>
                    </a:ext>
                  </a:extLst>
                </a:gridCol>
                <a:gridCol w="463993">
                  <a:extLst>
                    <a:ext uri="{9D8B030D-6E8A-4147-A177-3AD203B41FA5}">
                      <a16:colId xmlns:a16="http://schemas.microsoft.com/office/drawing/2014/main" xmlns="" val="350869219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67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8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9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1" name="직사각형 33"/>
          <p:cNvSpPr>
            <a:spLocks noChangeArrowheads="1"/>
          </p:cNvSpPr>
          <p:nvPr/>
        </p:nvSpPr>
        <p:spPr bwMode="auto">
          <a:xfrm>
            <a:off x="8185078" y="130650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617968"/>
              </p:ext>
            </p:extLst>
          </p:nvPr>
        </p:nvGraphicFramePr>
        <p:xfrm>
          <a:off x="5169024" y="3714438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graphicFrame>
        <p:nvGraphicFramePr>
          <p:cNvPr id="7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091146"/>
              </p:ext>
            </p:extLst>
          </p:nvPr>
        </p:nvGraphicFramePr>
        <p:xfrm>
          <a:off x="381000" y="6235216"/>
          <a:ext cx="4427986" cy="430212"/>
        </p:xfrm>
        <a:graphic>
          <a:graphicData uri="http://schemas.openxmlformats.org/drawingml/2006/table">
            <a:tbl>
              <a:tblPr/>
              <a:tblGrid>
                <a:gridCol w="7134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264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126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571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60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66016">
                  <a:extLst>
                    <a:ext uri="{9D8B030D-6E8A-4147-A177-3AD203B41FA5}">
                      <a16:colId xmlns:a16="http://schemas.microsoft.com/office/drawing/2014/main" xmlns="" val="2243126517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125503"/>
              </p:ext>
            </p:extLst>
          </p:nvPr>
        </p:nvGraphicFramePr>
        <p:xfrm>
          <a:off x="4821230" y="6232622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제품상태변경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14400"/>
              </p:ext>
            </p:extLst>
          </p:nvPr>
        </p:nvGraphicFramePr>
        <p:xfrm>
          <a:off x="379413" y="2433638"/>
          <a:ext cx="9038081" cy="570892"/>
        </p:xfrm>
        <a:graphic>
          <a:graphicData uri="http://schemas.openxmlformats.org/drawingml/2006/table">
            <a:tbl>
              <a:tblPr/>
              <a:tblGrid>
                <a:gridCol w="3366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66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0485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1587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732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7328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7862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7328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7862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8396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8129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8396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617736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</a:tblGrid>
              <a:tr h="14477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기존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0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3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0537" name="직사각형 54"/>
          <p:cNvSpPr>
            <a:spLocks noChangeArrowheads="1"/>
          </p:cNvSpPr>
          <p:nvPr/>
        </p:nvSpPr>
        <p:spPr bwMode="auto">
          <a:xfrm>
            <a:off x="309563" y="2325688"/>
            <a:ext cx="9215437" cy="39830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38" name="직사각형 51"/>
          <p:cNvSpPr>
            <a:spLocks noChangeArrowheads="1"/>
          </p:cNvSpPr>
          <p:nvPr/>
        </p:nvSpPr>
        <p:spPr bwMode="auto">
          <a:xfrm>
            <a:off x="6853238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053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054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0541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20542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060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061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54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98682"/>
              </p:ext>
            </p:extLst>
          </p:nvPr>
        </p:nvGraphicFramePr>
        <p:xfrm>
          <a:off x="363538" y="3284538"/>
          <a:ext cx="6670730" cy="571545"/>
        </p:xfrm>
        <a:graphic>
          <a:graphicData uri="http://schemas.openxmlformats.org/drawingml/2006/table">
            <a:tbl>
              <a:tblPr/>
              <a:tblGrid>
                <a:gridCol w="6550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50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0796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0796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0796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7353">
                  <a:extLst>
                    <a:ext uri="{9D8B030D-6E8A-4147-A177-3AD203B41FA5}">
                      <a16:colId xmlns:a16="http://schemas.microsoft.com/office/drawing/2014/main" xmlns="" val="1395112870"/>
                    </a:ext>
                  </a:extLst>
                </a:gridCol>
                <a:gridCol w="64735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7189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2139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4876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1447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중량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14:20:20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제품상태변경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058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20581" name="그룹 71"/>
          <p:cNvGrpSpPr>
            <a:grpSpLocks/>
          </p:cNvGrpSpPr>
          <p:nvPr/>
        </p:nvGrpSpPr>
        <p:grpSpPr bwMode="auto">
          <a:xfrm>
            <a:off x="6289675" y="1295400"/>
            <a:ext cx="2071688" cy="230188"/>
            <a:chOff x="3238492" y="1428736"/>
            <a:chExt cx="2071698" cy="230832"/>
          </a:xfrm>
        </p:grpSpPr>
        <p:sp>
          <p:nvSpPr>
            <p:cNvPr id="2060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2060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582" name="직사각형 33"/>
          <p:cNvSpPr>
            <a:spLocks noChangeArrowheads="1"/>
          </p:cNvSpPr>
          <p:nvPr/>
        </p:nvSpPr>
        <p:spPr bwMode="auto">
          <a:xfrm>
            <a:off x="84137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83" name="직사각형 66"/>
          <p:cNvSpPr>
            <a:spLocks noChangeArrowheads="1"/>
          </p:cNvSpPr>
          <p:nvPr/>
        </p:nvSpPr>
        <p:spPr bwMode="auto">
          <a:xfrm>
            <a:off x="86106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84" name="직사각형 51"/>
          <p:cNvSpPr>
            <a:spLocks noChangeArrowheads="1"/>
          </p:cNvSpPr>
          <p:nvPr/>
        </p:nvSpPr>
        <p:spPr bwMode="auto">
          <a:xfrm>
            <a:off x="848360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0585" name="직사각형 51"/>
          <p:cNvSpPr>
            <a:spLocks noChangeArrowheads="1"/>
          </p:cNvSpPr>
          <p:nvPr/>
        </p:nvSpPr>
        <p:spPr bwMode="auto">
          <a:xfrm>
            <a:off x="739775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20586" name="직사각형 51"/>
          <p:cNvSpPr>
            <a:spLocks noChangeArrowheads="1"/>
          </p:cNvSpPr>
          <p:nvPr/>
        </p:nvSpPr>
        <p:spPr bwMode="auto">
          <a:xfrm>
            <a:off x="7940675" y="2051050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0587" name="직사각형 51"/>
          <p:cNvSpPr>
            <a:spLocks noChangeArrowheads="1"/>
          </p:cNvSpPr>
          <p:nvPr/>
        </p:nvSpPr>
        <p:spPr bwMode="auto">
          <a:xfrm>
            <a:off x="5457825" y="2051050"/>
            <a:ext cx="8001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지시서발행</a:t>
            </a:r>
          </a:p>
        </p:txBody>
      </p:sp>
      <p:sp>
        <p:nvSpPr>
          <p:cNvPr id="20588" name="직사각형 51"/>
          <p:cNvSpPr>
            <a:spLocks noChangeArrowheads="1"/>
          </p:cNvSpPr>
          <p:nvPr/>
        </p:nvSpPr>
        <p:spPr bwMode="auto">
          <a:xfrm>
            <a:off x="6310313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20589" name="TextBox 65"/>
          <p:cNvSpPr txBox="1">
            <a:spLocks noChangeArrowheads="1"/>
          </p:cNvSpPr>
          <p:nvPr/>
        </p:nvSpPr>
        <p:spPr bwMode="auto">
          <a:xfrm>
            <a:off x="309563" y="2093913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20590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2060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2060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591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92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0593" name="그룹 71"/>
          <p:cNvGrpSpPr>
            <a:grpSpLocks/>
          </p:cNvGrpSpPr>
          <p:nvPr/>
        </p:nvGrpSpPr>
        <p:grpSpPr bwMode="auto">
          <a:xfrm>
            <a:off x="3214688" y="1295400"/>
            <a:ext cx="2071687" cy="230188"/>
            <a:chOff x="3238492" y="1428736"/>
            <a:chExt cx="2071698" cy="230832"/>
          </a:xfrm>
        </p:grpSpPr>
        <p:sp>
          <p:nvSpPr>
            <p:cNvPr id="2060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2060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594" name="직사각형 66"/>
          <p:cNvSpPr>
            <a:spLocks noChangeArrowheads="1"/>
          </p:cNvSpPr>
          <p:nvPr/>
        </p:nvSpPr>
        <p:spPr bwMode="auto">
          <a:xfrm>
            <a:off x="5535613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95" name="TextBox 65"/>
          <p:cNvSpPr txBox="1">
            <a:spLocks noChangeArrowheads="1"/>
          </p:cNvSpPr>
          <p:nvPr/>
        </p:nvSpPr>
        <p:spPr bwMode="auto">
          <a:xfrm>
            <a:off x="5305425" y="1285875"/>
            <a:ext cx="2143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96" name="직사각형 33"/>
          <p:cNvSpPr>
            <a:spLocks noChangeArrowheads="1"/>
          </p:cNvSpPr>
          <p:nvPr/>
        </p:nvSpPr>
        <p:spPr bwMode="auto">
          <a:xfrm>
            <a:off x="514350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597" name="직사각형 33"/>
          <p:cNvSpPr>
            <a:spLocks noChangeArrowheads="1"/>
          </p:cNvSpPr>
          <p:nvPr/>
        </p:nvSpPr>
        <p:spPr bwMode="auto">
          <a:xfrm>
            <a:off x="6394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0598" name="그룹 71"/>
          <p:cNvGrpSpPr>
            <a:grpSpLocks/>
          </p:cNvGrpSpPr>
          <p:nvPr/>
        </p:nvGrpSpPr>
        <p:grpSpPr bwMode="auto">
          <a:xfrm>
            <a:off x="3211578" y="1593851"/>
            <a:ext cx="2071688" cy="230187"/>
            <a:chOff x="3238492" y="1428736"/>
            <a:chExt cx="2071698" cy="230832"/>
          </a:xfrm>
        </p:grpSpPr>
        <p:sp>
          <p:nvSpPr>
            <p:cNvPr id="2060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2060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3" name="그룹 71"/>
          <p:cNvGrpSpPr>
            <a:grpSpLocks/>
          </p:cNvGrpSpPr>
          <p:nvPr/>
        </p:nvGrpSpPr>
        <p:grpSpPr bwMode="auto">
          <a:xfrm>
            <a:off x="22225" y="1581150"/>
            <a:ext cx="2071688" cy="230188"/>
            <a:chOff x="3238492" y="1428736"/>
            <a:chExt cx="2071698" cy="230832"/>
          </a:xfrm>
        </p:grpSpPr>
        <p:sp>
          <p:nvSpPr>
            <p:cNvPr id="4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4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작업중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작업완료</a:t>
              </a:r>
            </a:p>
          </p:txBody>
        </p:sp>
      </p:grpSp>
      <p:sp>
        <p:nvSpPr>
          <p:cNvPr id="47" name="직사각형 33"/>
          <p:cNvSpPr>
            <a:spLocks noChangeArrowheads="1"/>
          </p:cNvSpPr>
          <p:nvPr/>
        </p:nvSpPr>
        <p:spPr bwMode="auto">
          <a:xfrm>
            <a:off x="1951038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8" name="직사각형 33"/>
          <p:cNvSpPr>
            <a:spLocks noChangeArrowheads="1"/>
          </p:cNvSpPr>
          <p:nvPr/>
        </p:nvSpPr>
        <p:spPr bwMode="auto">
          <a:xfrm>
            <a:off x="5162550" y="1595439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08517"/>
              </p:ext>
            </p:extLst>
          </p:nvPr>
        </p:nvGraphicFramePr>
        <p:xfrm>
          <a:off x="394519" y="4078377"/>
          <a:ext cx="4456320" cy="496413"/>
        </p:xfrm>
        <a:graphic>
          <a:graphicData uri="http://schemas.openxmlformats.org/drawingml/2006/table">
            <a:tbl>
              <a:tblPr/>
              <a:tblGrid>
                <a:gridCol w="7674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6521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665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44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07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70705">
                  <a:extLst>
                    <a:ext uri="{9D8B030D-6E8A-4147-A177-3AD203B41FA5}">
                      <a16:colId xmlns:a16="http://schemas.microsoft.com/office/drawing/2014/main" xmlns="" val="780815060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313209"/>
              </p:ext>
            </p:extLst>
          </p:nvPr>
        </p:nvGraphicFramePr>
        <p:xfrm>
          <a:off x="4850839" y="4073459"/>
          <a:ext cx="3263915" cy="507669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932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제품상태변경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22531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2532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22533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273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273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53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535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536" name="직사각형 54"/>
          <p:cNvSpPr>
            <a:spLocks noChangeArrowheads="1"/>
          </p:cNvSpPr>
          <p:nvPr/>
        </p:nvSpPr>
        <p:spPr bwMode="auto">
          <a:xfrm>
            <a:off x="314325" y="2327274"/>
            <a:ext cx="9215438" cy="201887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37" name="직사각형 51"/>
          <p:cNvSpPr>
            <a:spLocks noChangeArrowheads="1"/>
          </p:cNvSpPr>
          <p:nvPr/>
        </p:nvSpPr>
        <p:spPr bwMode="auto">
          <a:xfrm>
            <a:off x="6766719" y="20605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2539" name="직사각형 51"/>
          <p:cNvSpPr>
            <a:spLocks noChangeArrowheads="1"/>
          </p:cNvSpPr>
          <p:nvPr/>
        </p:nvSpPr>
        <p:spPr bwMode="auto">
          <a:xfrm>
            <a:off x="7880350" y="20621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2540" name="직사각형 51"/>
          <p:cNvSpPr>
            <a:spLocks noChangeArrowheads="1"/>
          </p:cNvSpPr>
          <p:nvPr/>
        </p:nvSpPr>
        <p:spPr bwMode="auto">
          <a:xfrm>
            <a:off x="8451850" y="20621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2541" name="직사각형 51"/>
          <p:cNvSpPr>
            <a:spLocks noChangeArrowheads="1"/>
          </p:cNvSpPr>
          <p:nvPr/>
        </p:nvSpPr>
        <p:spPr bwMode="auto">
          <a:xfrm>
            <a:off x="7312025" y="2060575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2542" name="직사각형 51"/>
          <p:cNvSpPr>
            <a:spLocks noChangeArrowheads="1"/>
          </p:cNvSpPr>
          <p:nvPr/>
        </p:nvSpPr>
        <p:spPr bwMode="auto">
          <a:xfrm>
            <a:off x="9024938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22543" name="직사각형 51"/>
          <p:cNvSpPr>
            <a:spLocks noChangeArrowheads="1"/>
          </p:cNvSpPr>
          <p:nvPr/>
        </p:nvSpPr>
        <p:spPr bwMode="auto">
          <a:xfrm>
            <a:off x="6195219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sp>
        <p:nvSpPr>
          <p:cNvPr id="22553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2554" name="TextBox 65"/>
          <p:cNvSpPr txBox="1">
            <a:spLocks noChangeArrowheads="1"/>
          </p:cNvSpPr>
          <p:nvPr/>
        </p:nvSpPr>
        <p:spPr bwMode="auto">
          <a:xfrm>
            <a:off x="309563" y="2098675"/>
            <a:ext cx="9286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22555" name="직사각형 54"/>
          <p:cNvSpPr>
            <a:spLocks noChangeArrowheads="1"/>
          </p:cNvSpPr>
          <p:nvPr/>
        </p:nvSpPr>
        <p:spPr bwMode="auto">
          <a:xfrm>
            <a:off x="315913" y="4776365"/>
            <a:ext cx="9215437" cy="16049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557" name="그룹 56"/>
          <p:cNvGrpSpPr>
            <a:grpSpLocks/>
          </p:cNvGrpSpPr>
          <p:nvPr/>
        </p:nvGrpSpPr>
        <p:grpSpPr bwMode="auto">
          <a:xfrm>
            <a:off x="6738938" y="4454103"/>
            <a:ext cx="1928812" cy="230187"/>
            <a:chOff x="2666970" y="1428735"/>
            <a:chExt cx="1928837" cy="231478"/>
          </a:xfrm>
        </p:grpSpPr>
        <p:sp>
          <p:nvSpPr>
            <p:cNvPr id="22724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72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558" name="직사각형 66"/>
          <p:cNvSpPr>
            <a:spLocks noChangeArrowheads="1"/>
          </p:cNvSpPr>
          <p:nvPr/>
        </p:nvSpPr>
        <p:spPr bwMode="auto">
          <a:xfrm>
            <a:off x="8810625" y="4455690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59" name="직사각형 66"/>
          <p:cNvSpPr>
            <a:spLocks noChangeArrowheads="1"/>
          </p:cNvSpPr>
          <p:nvPr/>
        </p:nvSpPr>
        <p:spPr bwMode="auto">
          <a:xfrm>
            <a:off x="9239250" y="4457278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787469"/>
              </p:ext>
            </p:extLst>
          </p:nvPr>
        </p:nvGraphicFramePr>
        <p:xfrm>
          <a:off x="395285" y="3073480"/>
          <a:ext cx="8950201" cy="571545"/>
        </p:xfrm>
        <a:graphic>
          <a:graphicData uri="http://schemas.openxmlformats.org/drawingml/2006/table">
            <a:tbl>
              <a:tblPr/>
              <a:tblGrid>
                <a:gridCol w="8860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60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86043">
                  <a:extLst>
                    <a:ext uri="{9D8B030D-6E8A-4147-A177-3AD203B41FA5}">
                      <a16:colId xmlns:a16="http://schemas.microsoft.com/office/drawing/2014/main" xmlns="" val="3121938613"/>
                    </a:ext>
                  </a:extLst>
                </a:gridCol>
                <a:gridCol w="886043">
                  <a:extLst>
                    <a:ext uri="{9D8B030D-6E8A-4147-A177-3AD203B41FA5}">
                      <a16:colId xmlns:a16="http://schemas.microsoft.com/office/drawing/2014/main" xmlns="" val="2383060870"/>
                    </a:ext>
                  </a:extLst>
                </a:gridCol>
                <a:gridCol w="886043">
                  <a:extLst>
                    <a:ext uri="{9D8B030D-6E8A-4147-A177-3AD203B41FA5}">
                      <a16:colId xmlns:a16="http://schemas.microsoft.com/office/drawing/2014/main" xmlns="" val="2367864039"/>
                    </a:ext>
                  </a:extLst>
                </a:gridCol>
                <a:gridCol w="886043">
                  <a:extLst>
                    <a:ext uri="{9D8B030D-6E8A-4147-A177-3AD203B41FA5}">
                      <a16:colId xmlns:a16="http://schemas.microsoft.com/office/drawing/2014/main" xmlns="" val="3813737776"/>
                    </a:ext>
                  </a:extLst>
                </a:gridCol>
                <a:gridCol w="886043">
                  <a:extLst>
                    <a:ext uri="{9D8B030D-6E8A-4147-A177-3AD203B41FA5}">
                      <a16:colId xmlns:a16="http://schemas.microsoft.com/office/drawing/2014/main" xmlns="" val="3147486319"/>
                    </a:ext>
                  </a:extLst>
                </a:gridCol>
                <a:gridCol w="886043">
                  <a:extLst>
                    <a:ext uri="{9D8B030D-6E8A-4147-A177-3AD203B41FA5}">
                      <a16:colId xmlns:a16="http://schemas.microsoft.com/office/drawing/2014/main" xmlns="" val="1021915232"/>
                    </a:ext>
                  </a:extLst>
                </a:gridCol>
                <a:gridCol w="108194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7990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397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39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8248322"/>
                  </a:ext>
                </a:extLst>
              </a:tr>
              <a:tr h="21377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제품상태변경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64761"/>
              </p:ext>
            </p:extLst>
          </p:nvPr>
        </p:nvGraphicFramePr>
        <p:xfrm>
          <a:off x="392113" y="4854153"/>
          <a:ext cx="8953375" cy="571501"/>
        </p:xfrm>
        <a:graphic>
          <a:graphicData uri="http://schemas.openxmlformats.org/drawingml/2006/table">
            <a:tbl>
              <a:tblPr/>
              <a:tblGrid>
                <a:gridCol w="3990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90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37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5372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2298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15372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2298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9223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80761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9223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56011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</a:tblGrid>
              <a:tr h="14480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기존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8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294478"/>
              </p:ext>
            </p:extLst>
          </p:nvPr>
        </p:nvGraphicFramePr>
        <p:xfrm>
          <a:off x="392114" y="2423623"/>
          <a:ext cx="8953373" cy="570892"/>
        </p:xfrm>
        <a:graphic>
          <a:graphicData uri="http://schemas.openxmlformats.org/drawingml/2006/table">
            <a:tbl>
              <a:tblPr/>
              <a:tblGrid>
                <a:gridCol w="3956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56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398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4398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1518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4398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1518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8639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0079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8639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726081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</a:tblGrid>
              <a:tr h="14477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기존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0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3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59" name="그룹 71"/>
          <p:cNvGrpSpPr>
            <a:grpSpLocks/>
          </p:cNvGrpSpPr>
          <p:nvPr/>
        </p:nvGrpSpPr>
        <p:grpSpPr bwMode="auto">
          <a:xfrm>
            <a:off x="-47625" y="1285875"/>
            <a:ext cx="2071688" cy="230188"/>
            <a:chOff x="3238492" y="1428736"/>
            <a:chExt cx="2071698" cy="230832"/>
          </a:xfrm>
        </p:grpSpPr>
        <p:sp>
          <p:nvSpPr>
            <p:cNvPr id="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4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8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6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7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직사각형 33"/>
          <p:cNvSpPr>
            <a:spLocks noChangeArrowheads="1"/>
          </p:cNvSpPr>
          <p:nvPr/>
        </p:nvSpPr>
        <p:spPr bwMode="auto">
          <a:xfrm>
            <a:off x="52562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3" name="그룹 71"/>
          <p:cNvGrpSpPr>
            <a:grpSpLocks/>
          </p:cNvGrpSpPr>
          <p:nvPr/>
        </p:nvGrpSpPr>
        <p:grpSpPr bwMode="auto">
          <a:xfrm>
            <a:off x="-47625" y="1571625"/>
            <a:ext cx="2071688" cy="230188"/>
            <a:chOff x="3238492" y="1428736"/>
            <a:chExt cx="2071698" cy="230832"/>
          </a:xfrm>
        </p:grpSpPr>
        <p:sp>
          <p:nvSpPr>
            <p:cNvPr id="7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7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6" name="직사각형 33"/>
          <p:cNvSpPr>
            <a:spLocks noChangeArrowheads="1"/>
          </p:cNvSpPr>
          <p:nvPr/>
        </p:nvSpPr>
        <p:spPr bwMode="auto">
          <a:xfrm>
            <a:off x="2076450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66"/>
          <p:cNvSpPr>
            <a:spLocks noChangeArrowheads="1"/>
          </p:cNvSpPr>
          <p:nvPr/>
        </p:nvSpPr>
        <p:spPr bwMode="auto">
          <a:xfrm>
            <a:off x="2273300" y="1577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8" name="그룹 71"/>
          <p:cNvGrpSpPr>
            <a:grpSpLocks/>
          </p:cNvGrpSpPr>
          <p:nvPr/>
        </p:nvGrpSpPr>
        <p:grpSpPr bwMode="auto">
          <a:xfrm>
            <a:off x="3132138" y="1577975"/>
            <a:ext cx="2071687" cy="230188"/>
            <a:chOff x="3238492" y="1428736"/>
            <a:chExt cx="2071698" cy="230832"/>
          </a:xfrm>
        </p:grpSpPr>
        <p:sp>
          <p:nvSpPr>
            <p:cNvPr id="7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8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1" name="직사각형 33"/>
          <p:cNvSpPr>
            <a:spLocks noChangeArrowheads="1"/>
          </p:cNvSpPr>
          <p:nvPr/>
        </p:nvSpPr>
        <p:spPr bwMode="auto">
          <a:xfrm>
            <a:off x="5256213" y="1587500"/>
            <a:ext cx="1428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직사각형 66"/>
          <p:cNvSpPr>
            <a:spLocks noChangeArrowheads="1"/>
          </p:cNvSpPr>
          <p:nvPr/>
        </p:nvSpPr>
        <p:spPr bwMode="auto">
          <a:xfrm>
            <a:off x="5453063" y="15843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018409"/>
              </p:ext>
            </p:extLst>
          </p:nvPr>
        </p:nvGraphicFramePr>
        <p:xfrm>
          <a:off x="396994" y="5617717"/>
          <a:ext cx="4965386" cy="571548"/>
        </p:xfrm>
        <a:graphic>
          <a:graphicData uri="http://schemas.openxmlformats.org/drawingml/2006/table">
            <a:tbl>
              <a:tblPr/>
              <a:tblGrid>
                <a:gridCol w="6504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04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0451">
                  <a:extLst>
                    <a:ext uri="{9D8B030D-6E8A-4147-A177-3AD203B41FA5}">
                      <a16:colId xmlns:a16="http://schemas.microsoft.com/office/drawing/2014/main" xmlns="" val="3121938613"/>
                    </a:ext>
                  </a:extLst>
                </a:gridCol>
                <a:gridCol w="650451">
                  <a:extLst>
                    <a:ext uri="{9D8B030D-6E8A-4147-A177-3AD203B41FA5}">
                      <a16:colId xmlns:a16="http://schemas.microsoft.com/office/drawing/2014/main" xmlns="" val="2383060870"/>
                    </a:ext>
                  </a:extLst>
                </a:gridCol>
                <a:gridCol w="650451">
                  <a:extLst>
                    <a:ext uri="{9D8B030D-6E8A-4147-A177-3AD203B41FA5}">
                      <a16:colId xmlns:a16="http://schemas.microsoft.com/office/drawing/2014/main" xmlns="" val="2367864039"/>
                    </a:ext>
                  </a:extLst>
                </a:gridCol>
                <a:gridCol w="65045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1635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4632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4397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39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8248322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제품상태변경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62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6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9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6" name="직사각형 33"/>
          <p:cNvSpPr>
            <a:spLocks noChangeArrowheads="1"/>
          </p:cNvSpPr>
          <p:nvPr/>
        </p:nvSpPr>
        <p:spPr bwMode="auto">
          <a:xfrm>
            <a:off x="8185078" y="130650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5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565559"/>
              </p:ext>
            </p:extLst>
          </p:nvPr>
        </p:nvGraphicFramePr>
        <p:xfrm>
          <a:off x="392113" y="3730382"/>
          <a:ext cx="4788026" cy="430212"/>
        </p:xfrm>
        <a:graphic>
          <a:graphicData uri="http://schemas.openxmlformats.org/drawingml/2006/table">
            <a:tbl>
              <a:tblPr/>
              <a:tblGrid>
                <a:gridCol w="6967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94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243126517"/>
                    </a:ext>
                  </a:extLst>
                </a:gridCol>
                <a:gridCol w="463993">
                  <a:extLst>
                    <a:ext uri="{9D8B030D-6E8A-4147-A177-3AD203B41FA5}">
                      <a16:colId xmlns:a16="http://schemas.microsoft.com/office/drawing/2014/main" xmlns="" val="350869219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358601"/>
              </p:ext>
            </p:extLst>
          </p:nvPr>
        </p:nvGraphicFramePr>
        <p:xfrm>
          <a:off x="5180139" y="3727788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graphicFrame>
        <p:nvGraphicFramePr>
          <p:cNvPr id="5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343586"/>
              </p:ext>
            </p:extLst>
          </p:nvPr>
        </p:nvGraphicFramePr>
        <p:xfrm>
          <a:off x="381000" y="6235216"/>
          <a:ext cx="4427986" cy="430212"/>
        </p:xfrm>
        <a:graphic>
          <a:graphicData uri="http://schemas.openxmlformats.org/drawingml/2006/table">
            <a:tbl>
              <a:tblPr/>
              <a:tblGrid>
                <a:gridCol w="7134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1264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126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571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660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66016">
                  <a:extLst>
                    <a:ext uri="{9D8B030D-6E8A-4147-A177-3AD203B41FA5}">
                      <a16:colId xmlns:a16="http://schemas.microsoft.com/office/drawing/2014/main" xmlns="" val="2243126517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92239"/>
              </p:ext>
            </p:extLst>
          </p:nvPr>
        </p:nvGraphicFramePr>
        <p:xfrm>
          <a:off x="4821230" y="6232622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</p:txBody>
      </p:sp>
      <p:graphicFrame>
        <p:nvGraphicFramePr>
          <p:cNvPr id="21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314947"/>
              </p:ext>
            </p:extLst>
          </p:nvPr>
        </p:nvGraphicFramePr>
        <p:xfrm>
          <a:off x="379413" y="2722265"/>
          <a:ext cx="8894066" cy="427037"/>
        </p:xfrm>
        <a:graphic>
          <a:graphicData uri="http://schemas.openxmlformats.org/drawingml/2006/table">
            <a:tbl>
              <a:tblPr/>
              <a:tblGrid>
                <a:gridCol w="3555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55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4450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561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2803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280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2243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803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2243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1682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1962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1682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1449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2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8715" name="직사각형 54"/>
          <p:cNvSpPr>
            <a:spLocks noChangeArrowheads="1"/>
          </p:cNvSpPr>
          <p:nvPr/>
        </p:nvSpPr>
        <p:spPr bwMode="auto">
          <a:xfrm>
            <a:off x="309563" y="2614315"/>
            <a:ext cx="9215437" cy="37670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16" name="직사각형 51"/>
          <p:cNvSpPr>
            <a:spLocks noChangeArrowheads="1"/>
          </p:cNvSpPr>
          <p:nvPr/>
        </p:nvSpPr>
        <p:spPr bwMode="auto">
          <a:xfrm>
            <a:off x="6853238" y="2339677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871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2871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28719" name="직사각형 51"/>
          <p:cNvSpPr>
            <a:spLocks noChangeArrowheads="1"/>
          </p:cNvSpPr>
          <p:nvPr/>
        </p:nvSpPr>
        <p:spPr bwMode="auto">
          <a:xfrm>
            <a:off x="9026525" y="2339677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2872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881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881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72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02833"/>
              </p:ext>
            </p:extLst>
          </p:nvPr>
        </p:nvGraphicFramePr>
        <p:xfrm>
          <a:off x="379413" y="3284984"/>
          <a:ext cx="8894067" cy="571545"/>
        </p:xfrm>
        <a:graphic>
          <a:graphicData uri="http://schemas.openxmlformats.org/drawingml/2006/table">
            <a:tbl>
              <a:tblPr/>
              <a:tblGrid>
                <a:gridCol w="8733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33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439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4392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4392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63113">
                  <a:extLst>
                    <a:ext uri="{9D8B030D-6E8A-4147-A177-3AD203B41FA5}">
                      <a16:colId xmlns:a16="http://schemas.microsoft.com/office/drawing/2014/main" xmlns="" val="3048227417"/>
                    </a:ext>
                  </a:extLst>
                </a:gridCol>
                <a:gridCol w="86311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16249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6184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501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1447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14:20:20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875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28759" name="그룹 71"/>
          <p:cNvGrpSpPr>
            <a:grpSpLocks/>
          </p:cNvGrpSpPr>
          <p:nvPr/>
        </p:nvGrpSpPr>
        <p:grpSpPr bwMode="auto">
          <a:xfrm>
            <a:off x="6289675" y="1295400"/>
            <a:ext cx="2071688" cy="230188"/>
            <a:chOff x="3238492" y="1428736"/>
            <a:chExt cx="2071698" cy="230832"/>
          </a:xfrm>
        </p:grpSpPr>
        <p:sp>
          <p:nvSpPr>
            <p:cNvPr id="2881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2881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760" name="직사각형 33"/>
          <p:cNvSpPr>
            <a:spLocks noChangeArrowheads="1"/>
          </p:cNvSpPr>
          <p:nvPr/>
        </p:nvSpPr>
        <p:spPr bwMode="auto">
          <a:xfrm>
            <a:off x="84137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61" name="직사각형 66"/>
          <p:cNvSpPr>
            <a:spLocks noChangeArrowheads="1"/>
          </p:cNvSpPr>
          <p:nvPr/>
        </p:nvSpPr>
        <p:spPr bwMode="auto">
          <a:xfrm>
            <a:off x="86106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62" name="직사각형 51"/>
          <p:cNvSpPr>
            <a:spLocks noChangeArrowheads="1"/>
          </p:cNvSpPr>
          <p:nvPr/>
        </p:nvSpPr>
        <p:spPr bwMode="auto">
          <a:xfrm>
            <a:off x="8483600" y="2339677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8763" name="직사각형 51"/>
          <p:cNvSpPr>
            <a:spLocks noChangeArrowheads="1"/>
          </p:cNvSpPr>
          <p:nvPr/>
        </p:nvSpPr>
        <p:spPr bwMode="auto">
          <a:xfrm>
            <a:off x="7397750" y="2339677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28764" name="직사각형 51"/>
          <p:cNvSpPr>
            <a:spLocks noChangeArrowheads="1"/>
          </p:cNvSpPr>
          <p:nvPr/>
        </p:nvSpPr>
        <p:spPr bwMode="auto">
          <a:xfrm>
            <a:off x="7940675" y="2339677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8765" name="직사각형 51"/>
          <p:cNvSpPr>
            <a:spLocks noChangeArrowheads="1"/>
          </p:cNvSpPr>
          <p:nvPr/>
        </p:nvSpPr>
        <p:spPr bwMode="auto">
          <a:xfrm>
            <a:off x="5457825" y="2339677"/>
            <a:ext cx="8001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지시서발행</a:t>
            </a:r>
          </a:p>
        </p:txBody>
      </p:sp>
      <p:sp>
        <p:nvSpPr>
          <p:cNvPr id="28766" name="직사각형 51"/>
          <p:cNvSpPr>
            <a:spLocks noChangeArrowheads="1"/>
          </p:cNvSpPr>
          <p:nvPr/>
        </p:nvSpPr>
        <p:spPr bwMode="auto">
          <a:xfrm>
            <a:off x="6310313" y="2339677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28767" name="TextBox 65"/>
          <p:cNvSpPr txBox="1">
            <a:spLocks noChangeArrowheads="1"/>
          </p:cNvSpPr>
          <p:nvPr/>
        </p:nvSpPr>
        <p:spPr bwMode="auto">
          <a:xfrm>
            <a:off x="309563" y="2382540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28768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2881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2881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769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70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771" name="그룹 71"/>
          <p:cNvGrpSpPr>
            <a:grpSpLocks/>
          </p:cNvGrpSpPr>
          <p:nvPr/>
        </p:nvGrpSpPr>
        <p:grpSpPr bwMode="auto">
          <a:xfrm>
            <a:off x="3214688" y="1295400"/>
            <a:ext cx="2071687" cy="230188"/>
            <a:chOff x="3238492" y="1428736"/>
            <a:chExt cx="2071698" cy="230832"/>
          </a:xfrm>
        </p:grpSpPr>
        <p:sp>
          <p:nvSpPr>
            <p:cNvPr id="2880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2880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772" name="직사각형 66"/>
          <p:cNvSpPr>
            <a:spLocks noChangeArrowheads="1"/>
          </p:cNvSpPr>
          <p:nvPr/>
        </p:nvSpPr>
        <p:spPr bwMode="auto">
          <a:xfrm>
            <a:off x="5535613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73" name="TextBox 65"/>
          <p:cNvSpPr txBox="1">
            <a:spLocks noChangeArrowheads="1"/>
          </p:cNvSpPr>
          <p:nvPr/>
        </p:nvSpPr>
        <p:spPr bwMode="auto">
          <a:xfrm>
            <a:off x="5305425" y="1285875"/>
            <a:ext cx="2143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74" name="직사각형 33"/>
          <p:cNvSpPr>
            <a:spLocks noChangeArrowheads="1"/>
          </p:cNvSpPr>
          <p:nvPr/>
        </p:nvSpPr>
        <p:spPr bwMode="auto">
          <a:xfrm>
            <a:off x="514350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75" name="직사각형 33"/>
          <p:cNvSpPr>
            <a:spLocks noChangeArrowheads="1"/>
          </p:cNvSpPr>
          <p:nvPr/>
        </p:nvSpPr>
        <p:spPr bwMode="auto">
          <a:xfrm>
            <a:off x="6394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776" name="그룹 71"/>
          <p:cNvGrpSpPr>
            <a:grpSpLocks/>
          </p:cNvGrpSpPr>
          <p:nvPr/>
        </p:nvGrpSpPr>
        <p:grpSpPr bwMode="auto">
          <a:xfrm>
            <a:off x="9525" y="1614488"/>
            <a:ext cx="2071688" cy="230187"/>
            <a:chOff x="3238492" y="1428736"/>
            <a:chExt cx="2071698" cy="230832"/>
          </a:xfrm>
        </p:grpSpPr>
        <p:sp>
          <p:nvSpPr>
            <p:cNvPr id="2880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</a:p>
          </p:txBody>
        </p:sp>
        <p:sp>
          <p:nvSpPr>
            <p:cNvPr id="2880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777" name="직사각형 33"/>
          <p:cNvSpPr>
            <a:spLocks noChangeArrowheads="1"/>
          </p:cNvSpPr>
          <p:nvPr/>
        </p:nvSpPr>
        <p:spPr bwMode="auto">
          <a:xfrm>
            <a:off x="2133600" y="16240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29817"/>
              </p:ext>
            </p:extLst>
          </p:nvPr>
        </p:nvGraphicFramePr>
        <p:xfrm>
          <a:off x="379545" y="4028974"/>
          <a:ext cx="7508743" cy="496887"/>
        </p:xfrm>
        <a:graphic>
          <a:graphicData uri="http://schemas.openxmlformats.org/drawingml/2006/table">
            <a:tbl>
              <a:tblPr/>
              <a:tblGrid>
                <a:gridCol w="9476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76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4760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3318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3318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331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3318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3318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823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기존입고일자</a:t>
                      </a: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변경입고일자</a:t>
                      </a: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기존제조일자</a:t>
                      </a: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변경제조일자</a:t>
                      </a: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기존유통일자</a:t>
                      </a: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변경유통일자</a:t>
                      </a: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5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44" name="그룹 71"/>
          <p:cNvGrpSpPr>
            <a:grpSpLocks/>
          </p:cNvGrpSpPr>
          <p:nvPr/>
        </p:nvGrpSpPr>
        <p:grpSpPr bwMode="auto">
          <a:xfrm>
            <a:off x="3219582" y="1609957"/>
            <a:ext cx="2071688" cy="230187"/>
            <a:chOff x="3238492" y="1428736"/>
            <a:chExt cx="2071698" cy="230832"/>
          </a:xfrm>
        </p:grpSpPr>
        <p:sp>
          <p:nvSpPr>
            <p:cNvPr id="4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제조일자</a:t>
              </a:r>
            </a:p>
          </p:txBody>
        </p:sp>
        <p:sp>
          <p:nvSpPr>
            <p:cNvPr id="4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8" name="직사각형 33"/>
          <p:cNvSpPr>
            <a:spLocks noChangeArrowheads="1"/>
          </p:cNvSpPr>
          <p:nvPr/>
        </p:nvSpPr>
        <p:spPr bwMode="auto">
          <a:xfrm>
            <a:off x="5343657" y="1619482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9" name="그룹 71"/>
          <p:cNvGrpSpPr>
            <a:grpSpLocks/>
          </p:cNvGrpSpPr>
          <p:nvPr/>
        </p:nvGrpSpPr>
        <p:grpSpPr bwMode="auto">
          <a:xfrm>
            <a:off x="6289675" y="1596342"/>
            <a:ext cx="2071688" cy="230187"/>
            <a:chOff x="3238492" y="1428736"/>
            <a:chExt cx="2071698" cy="230832"/>
          </a:xfrm>
        </p:grpSpPr>
        <p:sp>
          <p:nvSpPr>
            <p:cNvPr id="5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유통일자</a:t>
              </a:r>
            </a:p>
          </p:txBody>
        </p:sp>
        <p:sp>
          <p:nvSpPr>
            <p:cNvPr id="5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2" name="직사각형 33"/>
          <p:cNvSpPr>
            <a:spLocks noChangeArrowheads="1"/>
          </p:cNvSpPr>
          <p:nvPr/>
        </p:nvSpPr>
        <p:spPr bwMode="auto">
          <a:xfrm>
            <a:off x="8413750" y="1605867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3" name="그룹 71"/>
          <p:cNvGrpSpPr>
            <a:grpSpLocks/>
          </p:cNvGrpSpPr>
          <p:nvPr/>
        </p:nvGrpSpPr>
        <p:grpSpPr bwMode="auto">
          <a:xfrm>
            <a:off x="16347" y="1916832"/>
            <a:ext cx="2071688" cy="230187"/>
            <a:chOff x="3238492" y="1428736"/>
            <a:chExt cx="2071698" cy="230832"/>
          </a:xfrm>
        </p:grpSpPr>
        <p:sp>
          <p:nvSpPr>
            <p:cNvPr id="5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7" name="그룹 71"/>
          <p:cNvGrpSpPr>
            <a:grpSpLocks/>
          </p:cNvGrpSpPr>
          <p:nvPr/>
        </p:nvGrpSpPr>
        <p:grpSpPr bwMode="auto">
          <a:xfrm>
            <a:off x="3220086" y="1916832"/>
            <a:ext cx="2071688" cy="230187"/>
            <a:chOff x="3238492" y="1428736"/>
            <a:chExt cx="2071698" cy="230832"/>
          </a:xfrm>
        </p:grpSpPr>
        <p:sp>
          <p:nvSpPr>
            <p:cNvPr id="5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 ID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0" name="그룹 71"/>
          <p:cNvGrpSpPr>
            <a:grpSpLocks/>
          </p:cNvGrpSpPr>
          <p:nvPr/>
        </p:nvGrpSpPr>
        <p:grpSpPr bwMode="auto">
          <a:xfrm>
            <a:off x="6289675" y="1925839"/>
            <a:ext cx="2071688" cy="230188"/>
            <a:chOff x="3238492" y="1428736"/>
            <a:chExt cx="2071698" cy="230832"/>
          </a:xfrm>
        </p:grpSpPr>
        <p:sp>
          <p:nvSpPr>
            <p:cNvPr id="6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6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작업중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작업완료</a:t>
              </a:r>
            </a:p>
          </p:txBody>
        </p:sp>
      </p:grpSp>
      <p:sp>
        <p:nvSpPr>
          <p:cNvPr id="63" name="직사각형 33"/>
          <p:cNvSpPr>
            <a:spLocks noChangeArrowheads="1"/>
          </p:cNvSpPr>
          <p:nvPr/>
        </p:nvSpPr>
        <p:spPr bwMode="auto">
          <a:xfrm>
            <a:off x="8218488" y="1925839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6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257949"/>
              </p:ext>
            </p:extLst>
          </p:nvPr>
        </p:nvGraphicFramePr>
        <p:xfrm>
          <a:off x="390382" y="4660712"/>
          <a:ext cx="8883094" cy="430212"/>
        </p:xfrm>
        <a:graphic>
          <a:graphicData uri="http://schemas.openxmlformats.org/drawingml/2006/table">
            <a:tbl>
              <a:tblPr/>
              <a:tblGrid>
                <a:gridCol w="8075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780815060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1561507535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120576844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725052752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1922657308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767886048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3072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072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3072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098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098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72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72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728" name="직사각형 54"/>
          <p:cNvSpPr>
            <a:spLocks noChangeArrowheads="1"/>
          </p:cNvSpPr>
          <p:nvPr/>
        </p:nvSpPr>
        <p:spPr bwMode="auto">
          <a:xfrm>
            <a:off x="314325" y="2327548"/>
            <a:ext cx="9215438" cy="193355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29" name="직사각형 51"/>
          <p:cNvSpPr>
            <a:spLocks noChangeArrowheads="1"/>
          </p:cNvSpPr>
          <p:nvPr/>
        </p:nvSpPr>
        <p:spPr bwMode="auto">
          <a:xfrm>
            <a:off x="6748636" y="206084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0731" name="직사각형 51"/>
          <p:cNvSpPr>
            <a:spLocks noChangeArrowheads="1"/>
          </p:cNvSpPr>
          <p:nvPr/>
        </p:nvSpPr>
        <p:spPr bwMode="auto">
          <a:xfrm>
            <a:off x="7880350" y="2062435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0732" name="직사각형 51"/>
          <p:cNvSpPr>
            <a:spLocks noChangeArrowheads="1"/>
          </p:cNvSpPr>
          <p:nvPr/>
        </p:nvSpPr>
        <p:spPr bwMode="auto">
          <a:xfrm>
            <a:off x="8451850" y="206243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30733" name="직사각형 51"/>
          <p:cNvSpPr>
            <a:spLocks noChangeArrowheads="1"/>
          </p:cNvSpPr>
          <p:nvPr/>
        </p:nvSpPr>
        <p:spPr bwMode="auto">
          <a:xfrm>
            <a:off x="7312025" y="2060848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0734" name="직사각형 51"/>
          <p:cNvSpPr>
            <a:spLocks noChangeArrowheads="1"/>
          </p:cNvSpPr>
          <p:nvPr/>
        </p:nvSpPr>
        <p:spPr bwMode="auto">
          <a:xfrm>
            <a:off x="9024938" y="206243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30735" name="직사각형 51"/>
          <p:cNvSpPr>
            <a:spLocks noChangeArrowheads="1"/>
          </p:cNvSpPr>
          <p:nvPr/>
        </p:nvSpPr>
        <p:spPr bwMode="auto">
          <a:xfrm>
            <a:off x="6177136" y="206243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sp>
        <p:nvSpPr>
          <p:cNvPr id="30745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0746" name="TextBox 65"/>
          <p:cNvSpPr txBox="1">
            <a:spLocks noChangeArrowheads="1"/>
          </p:cNvSpPr>
          <p:nvPr/>
        </p:nvSpPr>
        <p:spPr bwMode="auto">
          <a:xfrm>
            <a:off x="309563" y="2098948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30747" name="직사각형 54"/>
          <p:cNvSpPr>
            <a:spLocks noChangeArrowheads="1"/>
          </p:cNvSpPr>
          <p:nvPr/>
        </p:nvSpPr>
        <p:spPr bwMode="auto">
          <a:xfrm>
            <a:off x="315913" y="4653657"/>
            <a:ext cx="9215437" cy="1727671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0749" name="그룹 56"/>
          <p:cNvGrpSpPr>
            <a:grpSpLocks/>
          </p:cNvGrpSpPr>
          <p:nvPr/>
        </p:nvGrpSpPr>
        <p:grpSpPr bwMode="auto">
          <a:xfrm>
            <a:off x="6738938" y="4370190"/>
            <a:ext cx="1928812" cy="230188"/>
            <a:chOff x="2666970" y="1428735"/>
            <a:chExt cx="1928837" cy="231478"/>
          </a:xfrm>
        </p:grpSpPr>
        <p:sp>
          <p:nvSpPr>
            <p:cNvPr id="30973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97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750" name="직사각형 66"/>
          <p:cNvSpPr>
            <a:spLocks noChangeArrowheads="1"/>
          </p:cNvSpPr>
          <p:nvPr/>
        </p:nvSpPr>
        <p:spPr bwMode="auto">
          <a:xfrm>
            <a:off x="8810625" y="4371778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51" name="직사각형 66"/>
          <p:cNvSpPr>
            <a:spLocks noChangeArrowheads="1"/>
          </p:cNvSpPr>
          <p:nvPr/>
        </p:nvSpPr>
        <p:spPr bwMode="auto">
          <a:xfrm>
            <a:off x="9239250" y="4373365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442479"/>
              </p:ext>
            </p:extLst>
          </p:nvPr>
        </p:nvGraphicFramePr>
        <p:xfrm>
          <a:off x="358775" y="2362473"/>
          <a:ext cx="8986713" cy="347166"/>
        </p:xfrm>
        <a:graphic>
          <a:graphicData uri="http://schemas.openxmlformats.org/drawingml/2006/table">
            <a:tbl>
              <a:tblPr/>
              <a:tblGrid>
                <a:gridCol w="4322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2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4958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4958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9966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958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9966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4974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7470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4974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1449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225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8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870793"/>
              </p:ext>
            </p:extLst>
          </p:nvPr>
        </p:nvGraphicFramePr>
        <p:xfrm>
          <a:off x="349247" y="2786167"/>
          <a:ext cx="8996237" cy="499536"/>
        </p:xfrm>
        <a:graphic>
          <a:graphicData uri="http://schemas.openxmlformats.org/drawingml/2006/table">
            <a:tbl>
              <a:tblPr/>
              <a:tblGrid>
                <a:gridCol w="6258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062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78205">
                  <a:extLst>
                    <a:ext uri="{9D8B030D-6E8A-4147-A177-3AD203B41FA5}">
                      <a16:colId xmlns:a16="http://schemas.microsoft.com/office/drawing/2014/main" xmlns="" val="419490529"/>
                    </a:ext>
                  </a:extLst>
                </a:gridCol>
                <a:gridCol w="978205">
                  <a:extLst>
                    <a:ext uri="{9D8B030D-6E8A-4147-A177-3AD203B41FA5}">
                      <a16:colId xmlns:a16="http://schemas.microsoft.com/office/drawing/2014/main" xmlns="" val="3643442044"/>
                    </a:ext>
                  </a:extLst>
                </a:gridCol>
                <a:gridCol w="978205">
                  <a:extLst>
                    <a:ext uri="{9D8B030D-6E8A-4147-A177-3AD203B41FA5}">
                      <a16:colId xmlns:a16="http://schemas.microsoft.com/office/drawing/2014/main" xmlns="" val="3756597036"/>
                    </a:ext>
                  </a:extLst>
                </a:gridCol>
                <a:gridCol w="9782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782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7820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9676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81897">
                  <a:extLst>
                    <a:ext uri="{9D8B030D-6E8A-4147-A177-3AD203B41FA5}">
                      <a16:colId xmlns:a16="http://schemas.microsoft.com/office/drawing/2014/main" xmlns="" val="3573469385"/>
                    </a:ext>
                  </a:extLst>
                </a:gridCol>
                <a:gridCol w="48189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1447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99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717749"/>
              </p:ext>
            </p:extLst>
          </p:nvPr>
        </p:nvGraphicFramePr>
        <p:xfrm>
          <a:off x="350836" y="3337664"/>
          <a:ext cx="8020051" cy="451376"/>
        </p:xfrm>
        <a:graphic>
          <a:graphicData uri="http://schemas.openxmlformats.org/drawingml/2006/table">
            <a:tbl>
              <a:tblPr/>
              <a:tblGrid>
                <a:gridCol w="10082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82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8260">
                  <a:extLst>
                    <a:ext uri="{9D8B030D-6E8A-4147-A177-3AD203B41FA5}">
                      <a16:colId xmlns:a16="http://schemas.microsoft.com/office/drawing/2014/main" xmlns="" val="2524031559"/>
                    </a:ext>
                  </a:extLst>
                </a:gridCol>
                <a:gridCol w="1008260">
                  <a:extLst>
                    <a:ext uri="{9D8B030D-6E8A-4147-A177-3AD203B41FA5}">
                      <a16:colId xmlns:a16="http://schemas.microsoft.com/office/drawing/2014/main" xmlns="" val="881631623"/>
                    </a:ext>
                  </a:extLst>
                </a:gridCol>
                <a:gridCol w="10082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29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9291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929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3455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기존입고일자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변경입고일자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기존제조일자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변경제조일자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기존유통일자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변경유통일자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8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8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754583"/>
              </p:ext>
            </p:extLst>
          </p:nvPr>
        </p:nvGraphicFramePr>
        <p:xfrm>
          <a:off x="349247" y="4699695"/>
          <a:ext cx="8996239" cy="427037"/>
        </p:xfrm>
        <a:graphic>
          <a:graphicData uri="http://schemas.openxmlformats.org/drawingml/2006/table">
            <a:tbl>
              <a:tblPr/>
              <a:tblGrid>
                <a:gridCol w="4326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6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5090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5090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072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90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00072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5054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7563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5054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1449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2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8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97174"/>
              </p:ext>
            </p:extLst>
          </p:nvPr>
        </p:nvGraphicFramePr>
        <p:xfrm>
          <a:off x="352425" y="5191820"/>
          <a:ext cx="8993061" cy="469428"/>
        </p:xfrm>
        <a:graphic>
          <a:graphicData uri="http://schemas.openxmlformats.org/drawingml/2006/table">
            <a:tbl>
              <a:tblPr/>
              <a:tblGrid>
                <a:gridCol w="11086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573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982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982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9826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2099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78959">
                  <a:extLst>
                    <a:ext uri="{9D8B030D-6E8A-4147-A177-3AD203B41FA5}">
                      <a16:colId xmlns:a16="http://schemas.microsoft.com/office/drawing/2014/main" xmlns="" val="58779950"/>
                    </a:ext>
                  </a:extLst>
                </a:gridCol>
                <a:gridCol w="103234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1447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98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제품코드변경</a:t>
                      </a: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79840"/>
              </p:ext>
            </p:extLst>
          </p:nvPr>
        </p:nvGraphicFramePr>
        <p:xfrm>
          <a:off x="341312" y="5740425"/>
          <a:ext cx="7203974" cy="496887"/>
        </p:xfrm>
        <a:graphic>
          <a:graphicData uri="http://schemas.openxmlformats.org/drawingml/2006/table">
            <a:tbl>
              <a:tblPr/>
              <a:tblGrid>
                <a:gridCol w="90914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91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91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530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9530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9530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9530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9530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823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기존입고일자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변경입고일자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기존제조일자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변경제조일자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기존유통일자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변경유통일자</a:t>
                      </a: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5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64" name="TextBox 65"/>
          <p:cNvSpPr txBox="1">
            <a:spLocks noChangeArrowheads="1"/>
          </p:cNvSpPr>
          <p:nvPr/>
        </p:nvSpPr>
        <p:spPr bwMode="auto">
          <a:xfrm>
            <a:off x="-47625" y="1285875"/>
            <a:ext cx="1071561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65" name="직사각형 66"/>
          <p:cNvSpPr>
            <a:spLocks noChangeArrowheads="1"/>
          </p:cNvSpPr>
          <p:nvPr/>
        </p:nvSpPr>
        <p:spPr bwMode="auto">
          <a:xfrm>
            <a:off x="1023943" y="1290627"/>
            <a:ext cx="1000120" cy="213714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8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6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7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1" name="직사각형 33"/>
          <p:cNvSpPr>
            <a:spLocks noChangeArrowheads="1"/>
          </p:cNvSpPr>
          <p:nvPr/>
        </p:nvSpPr>
        <p:spPr bwMode="auto">
          <a:xfrm>
            <a:off x="52562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9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10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10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2" name="직사각형 33"/>
          <p:cNvSpPr>
            <a:spLocks noChangeArrowheads="1"/>
          </p:cNvSpPr>
          <p:nvPr/>
        </p:nvSpPr>
        <p:spPr bwMode="auto">
          <a:xfrm>
            <a:off x="8185078" y="130650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9" name="그룹 71"/>
          <p:cNvGrpSpPr>
            <a:grpSpLocks/>
          </p:cNvGrpSpPr>
          <p:nvPr/>
        </p:nvGrpSpPr>
        <p:grpSpPr bwMode="auto">
          <a:xfrm>
            <a:off x="9525" y="1614488"/>
            <a:ext cx="2071688" cy="230187"/>
            <a:chOff x="3238492" y="1428736"/>
            <a:chExt cx="2071698" cy="230832"/>
          </a:xfrm>
        </p:grpSpPr>
        <p:sp>
          <p:nvSpPr>
            <p:cNvPr id="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</a:p>
          </p:txBody>
        </p:sp>
        <p:sp>
          <p:nvSpPr>
            <p:cNvPr id="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2" name="직사각형 33"/>
          <p:cNvSpPr>
            <a:spLocks noChangeArrowheads="1"/>
          </p:cNvSpPr>
          <p:nvPr/>
        </p:nvSpPr>
        <p:spPr bwMode="auto">
          <a:xfrm>
            <a:off x="2133600" y="16240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9" name="그룹 71"/>
          <p:cNvGrpSpPr>
            <a:grpSpLocks/>
          </p:cNvGrpSpPr>
          <p:nvPr/>
        </p:nvGrpSpPr>
        <p:grpSpPr bwMode="auto">
          <a:xfrm>
            <a:off x="3219582" y="1609957"/>
            <a:ext cx="2071688" cy="230187"/>
            <a:chOff x="3238492" y="1428736"/>
            <a:chExt cx="2071698" cy="230832"/>
          </a:xfrm>
        </p:grpSpPr>
        <p:sp>
          <p:nvSpPr>
            <p:cNvPr id="9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제조일자</a:t>
              </a:r>
            </a:p>
          </p:txBody>
        </p:sp>
        <p:sp>
          <p:nvSpPr>
            <p:cNvPr id="9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2" name="직사각형 33"/>
          <p:cNvSpPr>
            <a:spLocks noChangeArrowheads="1"/>
          </p:cNvSpPr>
          <p:nvPr/>
        </p:nvSpPr>
        <p:spPr bwMode="auto">
          <a:xfrm>
            <a:off x="5343657" y="1619482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3" name="그룹 71"/>
          <p:cNvGrpSpPr>
            <a:grpSpLocks/>
          </p:cNvGrpSpPr>
          <p:nvPr/>
        </p:nvGrpSpPr>
        <p:grpSpPr bwMode="auto">
          <a:xfrm>
            <a:off x="6289675" y="1596342"/>
            <a:ext cx="2071688" cy="230187"/>
            <a:chOff x="3238492" y="1428736"/>
            <a:chExt cx="2071698" cy="230832"/>
          </a:xfrm>
        </p:grpSpPr>
        <p:sp>
          <p:nvSpPr>
            <p:cNvPr id="9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유통일자</a:t>
              </a:r>
            </a:p>
          </p:txBody>
        </p:sp>
        <p:sp>
          <p:nvSpPr>
            <p:cNvPr id="9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6" name="직사각형 33"/>
          <p:cNvSpPr>
            <a:spLocks noChangeArrowheads="1"/>
          </p:cNvSpPr>
          <p:nvPr/>
        </p:nvSpPr>
        <p:spPr bwMode="auto">
          <a:xfrm>
            <a:off x="8413750" y="1605867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7" name="그룹 71"/>
          <p:cNvGrpSpPr>
            <a:grpSpLocks/>
          </p:cNvGrpSpPr>
          <p:nvPr/>
        </p:nvGrpSpPr>
        <p:grpSpPr bwMode="auto">
          <a:xfrm>
            <a:off x="16347" y="1916832"/>
            <a:ext cx="2071688" cy="230187"/>
            <a:chOff x="3238492" y="1428736"/>
            <a:chExt cx="2071698" cy="230832"/>
          </a:xfrm>
        </p:grpSpPr>
        <p:sp>
          <p:nvSpPr>
            <p:cNvPr id="9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4" name="그룹 71"/>
          <p:cNvGrpSpPr>
            <a:grpSpLocks/>
          </p:cNvGrpSpPr>
          <p:nvPr/>
        </p:nvGrpSpPr>
        <p:grpSpPr bwMode="auto">
          <a:xfrm>
            <a:off x="3220086" y="1916832"/>
            <a:ext cx="2071688" cy="230187"/>
            <a:chOff x="3238492" y="1428736"/>
            <a:chExt cx="2071698" cy="230832"/>
          </a:xfrm>
        </p:grpSpPr>
        <p:sp>
          <p:nvSpPr>
            <p:cNvPr id="10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 ID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7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350384"/>
              </p:ext>
            </p:extLst>
          </p:nvPr>
        </p:nvGraphicFramePr>
        <p:xfrm>
          <a:off x="358775" y="3828897"/>
          <a:ext cx="8883094" cy="392191"/>
        </p:xfrm>
        <a:graphic>
          <a:graphicData uri="http://schemas.openxmlformats.org/drawingml/2006/table">
            <a:tbl>
              <a:tblPr/>
              <a:tblGrid>
                <a:gridCol w="8075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780815060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1561507535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120576844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725052752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1922657308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767886048"/>
                    </a:ext>
                  </a:extLst>
                </a:gridCol>
              </a:tblGrid>
              <a:tr h="1954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6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315339"/>
              </p:ext>
            </p:extLst>
          </p:nvPr>
        </p:nvGraphicFramePr>
        <p:xfrm>
          <a:off x="367030" y="6316489"/>
          <a:ext cx="8883094" cy="430212"/>
        </p:xfrm>
        <a:graphic>
          <a:graphicData uri="http://schemas.openxmlformats.org/drawingml/2006/table">
            <a:tbl>
              <a:tblPr/>
              <a:tblGrid>
                <a:gridCol w="8075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780815060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1561507535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120576844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3725052752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1922657308"/>
                    </a:ext>
                  </a:extLst>
                </a:gridCol>
                <a:gridCol w="807554">
                  <a:extLst>
                    <a:ext uri="{9D8B030D-6E8A-4147-A177-3AD203B41FA5}">
                      <a16:colId xmlns:a16="http://schemas.microsoft.com/office/drawing/2014/main" xmlns="" val="767886048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팔레트변경</a:t>
            </a:r>
          </a:p>
        </p:txBody>
      </p:sp>
      <p:sp>
        <p:nvSpPr>
          <p:cNvPr id="32771" name="직사각형 54"/>
          <p:cNvSpPr>
            <a:spLocks noChangeArrowheads="1"/>
          </p:cNvSpPr>
          <p:nvPr/>
        </p:nvSpPr>
        <p:spPr bwMode="auto">
          <a:xfrm>
            <a:off x="309563" y="2325689"/>
            <a:ext cx="9215437" cy="12685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72" name="직사각형 51"/>
          <p:cNvSpPr>
            <a:spLocks noChangeArrowheads="1"/>
          </p:cNvSpPr>
          <p:nvPr/>
        </p:nvSpPr>
        <p:spPr bwMode="auto">
          <a:xfrm>
            <a:off x="6853238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277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277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2775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3277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288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288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77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277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2779" name="그룹 71"/>
          <p:cNvGrpSpPr>
            <a:grpSpLocks/>
          </p:cNvGrpSpPr>
          <p:nvPr/>
        </p:nvGrpSpPr>
        <p:grpSpPr bwMode="auto">
          <a:xfrm>
            <a:off x="6289675" y="1295400"/>
            <a:ext cx="2071688" cy="230188"/>
            <a:chOff x="3238492" y="1428736"/>
            <a:chExt cx="2071698" cy="230832"/>
          </a:xfrm>
        </p:grpSpPr>
        <p:sp>
          <p:nvSpPr>
            <p:cNvPr id="3288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3288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780" name="직사각형 33"/>
          <p:cNvSpPr>
            <a:spLocks noChangeArrowheads="1"/>
          </p:cNvSpPr>
          <p:nvPr/>
        </p:nvSpPr>
        <p:spPr bwMode="auto">
          <a:xfrm>
            <a:off x="84137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81" name="직사각형 66"/>
          <p:cNvSpPr>
            <a:spLocks noChangeArrowheads="1"/>
          </p:cNvSpPr>
          <p:nvPr/>
        </p:nvSpPr>
        <p:spPr bwMode="auto">
          <a:xfrm>
            <a:off x="86106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82" name="직사각형 51"/>
          <p:cNvSpPr>
            <a:spLocks noChangeArrowheads="1"/>
          </p:cNvSpPr>
          <p:nvPr/>
        </p:nvSpPr>
        <p:spPr bwMode="auto">
          <a:xfrm>
            <a:off x="848360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2783" name="직사각형 51"/>
          <p:cNvSpPr>
            <a:spLocks noChangeArrowheads="1"/>
          </p:cNvSpPr>
          <p:nvPr/>
        </p:nvSpPr>
        <p:spPr bwMode="auto">
          <a:xfrm>
            <a:off x="739775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2784" name="직사각형 51"/>
          <p:cNvSpPr>
            <a:spLocks noChangeArrowheads="1"/>
          </p:cNvSpPr>
          <p:nvPr/>
        </p:nvSpPr>
        <p:spPr bwMode="auto">
          <a:xfrm>
            <a:off x="7940675" y="2051050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2785" name="직사각형 51"/>
          <p:cNvSpPr>
            <a:spLocks noChangeArrowheads="1"/>
          </p:cNvSpPr>
          <p:nvPr/>
        </p:nvSpPr>
        <p:spPr bwMode="auto">
          <a:xfrm>
            <a:off x="5457825" y="2051050"/>
            <a:ext cx="8001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지시서발행</a:t>
            </a:r>
          </a:p>
        </p:txBody>
      </p:sp>
      <p:sp>
        <p:nvSpPr>
          <p:cNvPr id="32786" name="직사각형 51"/>
          <p:cNvSpPr>
            <a:spLocks noChangeArrowheads="1"/>
          </p:cNvSpPr>
          <p:nvPr/>
        </p:nvSpPr>
        <p:spPr bwMode="auto">
          <a:xfrm>
            <a:off x="6310313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32787" name="TextBox 65"/>
          <p:cNvSpPr txBox="1">
            <a:spLocks noChangeArrowheads="1"/>
          </p:cNvSpPr>
          <p:nvPr/>
        </p:nvSpPr>
        <p:spPr bwMode="auto">
          <a:xfrm>
            <a:off x="309563" y="2093913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32788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3288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3288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789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0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791" name="그룹 71"/>
          <p:cNvGrpSpPr>
            <a:grpSpLocks/>
          </p:cNvGrpSpPr>
          <p:nvPr/>
        </p:nvGrpSpPr>
        <p:grpSpPr bwMode="auto">
          <a:xfrm>
            <a:off x="3214688" y="1295400"/>
            <a:ext cx="2071687" cy="230188"/>
            <a:chOff x="3238492" y="1428736"/>
            <a:chExt cx="2071698" cy="230832"/>
          </a:xfrm>
        </p:grpSpPr>
        <p:sp>
          <p:nvSpPr>
            <p:cNvPr id="3288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3288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792" name="직사각형 66"/>
          <p:cNvSpPr>
            <a:spLocks noChangeArrowheads="1"/>
          </p:cNvSpPr>
          <p:nvPr/>
        </p:nvSpPr>
        <p:spPr bwMode="auto">
          <a:xfrm>
            <a:off x="5535613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3" name="TextBox 65"/>
          <p:cNvSpPr txBox="1">
            <a:spLocks noChangeArrowheads="1"/>
          </p:cNvSpPr>
          <p:nvPr/>
        </p:nvSpPr>
        <p:spPr bwMode="auto">
          <a:xfrm>
            <a:off x="5305425" y="1285875"/>
            <a:ext cx="2143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4" name="직사각형 33"/>
          <p:cNvSpPr>
            <a:spLocks noChangeArrowheads="1"/>
          </p:cNvSpPr>
          <p:nvPr/>
        </p:nvSpPr>
        <p:spPr bwMode="auto">
          <a:xfrm>
            <a:off x="514350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5" name="직사각형 33"/>
          <p:cNvSpPr>
            <a:spLocks noChangeArrowheads="1"/>
          </p:cNvSpPr>
          <p:nvPr/>
        </p:nvSpPr>
        <p:spPr bwMode="auto">
          <a:xfrm>
            <a:off x="6394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794029"/>
              </p:ext>
            </p:extLst>
          </p:nvPr>
        </p:nvGraphicFramePr>
        <p:xfrm>
          <a:off x="381000" y="2420938"/>
          <a:ext cx="6228186" cy="563907"/>
        </p:xfrm>
        <a:graphic>
          <a:graphicData uri="http://schemas.openxmlformats.org/drawingml/2006/table">
            <a:tbl>
              <a:tblPr/>
              <a:tblGrid>
                <a:gridCol w="2674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40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6086"/>
                <a:gridCol w="6812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733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733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1119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43568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43568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80201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506935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557299">
                  <a:extLst>
                    <a:ext uri="{9D8B030D-6E8A-4147-A177-3AD203B41FA5}">
                      <a16:colId xmlns:a16="http://schemas.microsoft.com/office/drawing/2014/main" xmlns="" val="1440007061"/>
                    </a:ext>
                  </a:extLst>
                </a:gridCol>
              </a:tblGrid>
              <a:tr h="2819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파렛트변경번호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3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0000001000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033029"/>
              </p:ext>
            </p:extLst>
          </p:nvPr>
        </p:nvGraphicFramePr>
        <p:xfrm>
          <a:off x="6616803" y="2426910"/>
          <a:ext cx="2900259" cy="540656"/>
        </p:xfrm>
        <a:graphic>
          <a:graphicData uri="http://schemas.openxmlformats.org/drawingml/2006/table">
            <a:tbl>
              <a:tblPr/>
              <a:tblGrid>
                <a:gridCol w="5618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916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3745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92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662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44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14:20:20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42" name="그룹 71"/>
          <p:cNvGrpSpPr>
            <a:grpSpLocks/>
          </p:cNvGrpSpPr>
          <p:nvPr/>
        </p:nvGrpSpPr>
        <p:grpSpPr bwMode="auto">
          <a:xfrm>
            <a:off x="22225" y="1581150"/>
            <a:ext cx="2071688" cy="230188"/>
            <a:chOff x="3238492" y="1428736"/>
            <a:chExt cx="2071698" cy="230832"/>
          </a:xfrm>
        </p:grpSpPr>
        <p:sp>
          <p:nvSpPr>
            <p:cNvPr id="4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4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작업중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작업완료</a:t>
              </a:r>
            </a:p>
          </p:txBody>
        </p:sp>
      </p:grpSp>
      <p:sp>
        <p:nvSpPr>
          <p:cNvPr id="45" name="직사각형 33"/>
          <p:cNvSpPr>
            <a:spLocks noChangeArrowheads="1"/>
          </p:cNvSpPr>
          <p:nvPr/>
        </p:nvSpPr>
        <p:spPr bwMode="auto">
          <a:xfrm>
            <a:off x="1951038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999799"/>
              </p:ext>
            </p:extLst>
          </p:nvPr>
        </p:nvGraphicFramePr>
        <p:xfrm>
          <a:off x="3080791" y="3889743"/>
          <a:ext cx="1769721" cy="1135464"/>
        </p:xfrm>
        <a:graphic>
          <a:graphicData uri="http://schemas.openxmlformats.org/drawingml/2006/table">
            <a:tbl>
              <a:tblPr/>
              <a:tblGrid>
                <a:gridCol w="589907">
                  <a:extLst>
                    <a:ext uri="{9D8B030D-6E8A-4147-A177-3AD203B41FA5}">
                      <a16:colId xmlns:a16="http://schemas.microsoft.com/office/drawing/2014/main" xmlns="" val="2393465807"/>
                    </a:ext>
                  </a:extLst>
                </a:gridCol>
                <a:gridCol w="589907">
                  <a:extLst>
                    <a:ext uri="{9D8B030D-6E8A-4147-A177-3AD203B41FA5}">
                      <a16:colId xmlns:a16="http://schemas.microsoft.com/office/drawing/2014/main" xmlns="" val="3489959066"/>
                    </a:ext>
                  </a:extLst>
                </a:gridCol>
                <a:gridCol w="589907">
                  <a:extLst>
                    <a:ext uri="{9D8B030D-6E8A-4147-A177-3AD203B41FA5}">
                      <a16:colId xmlns:a16="http://schemas.microsoft.com/office/drawing/2014/main" xmlns="" val="4127477462"/>
                    </a:ext>
                  </a:extLst>
                </a:gridCol>
              </a:tblGrid>
              <a:tr h="1439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31230379"/>
                  </a:ext>
                </a:extLst>
              </a:tr>
              <a:tr h="1439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93942856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29851534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sp>
        <p:nvSpPr>
          <p:cNvPr id="47" name="직사각형 54"/>
          <p:cNvSpPr>
            <a:spLocks noChangeArrowheads="1"/>
          </p:cNvSpPr>
          <p:nvPr/>
        </p:nvSpPr>
        <p:spPr bwMode="auto">
          <a:xfrm>
            <a:off x="309563" y="3809212"/>
            <a:ext cx="4571429" cy="250010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54"/>
          <p:cNvSpPr>
            <a:spLocks noChangeArrowheads="1"/>
          </p:cNvSpPr>
          <p:nvPr/>
        </p:nvSpPr>
        <p:spPr bwMode="auto">
          <a:xfrm>
            <a:off x="4953571" y="3809212"/>
            <a:ext cx="4571429" cy="250010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223310"/>
              </p:ext>
            </p:extLst>
          </p:nvPr>
        </p:nvGraphicFramePr>
        <p:xfrm>
          <a:off x="425450" y="3889743"/>
          <a:ext cx="2655343" cy="1133833"/>
        </p:xfrm>
        <a:graphic>
          <a:graphicData uri="http://schemas.openxmlformats.org/drawingml/2006/table">
            <a:tbl>
              <a:tblPr/>
              <a:tblGrid>
                <a:gridCol w="524670"/>
                <a:gridCol w="524670"/>
                <a:gridCol w="5081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00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78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879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파렛트상세순번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입출고구분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A10101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P002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A10101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P003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A10101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8"/>
          <p:cNvSpPr txBox="1">
            <a:spLocks noChangeArrowheads="1"/>
          </p:cNvSpPr>
          <p:nvPr/>
        </p:nvSpPr>
        <p:spPr bwMode="auto">
          <a:xfrm>
            <a:off x="425450" y="3658912"/>
            <a:ext cx="1143174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대상 팔레트 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8"/>
          <p:cNvSpPr txBox="1">
            <a:spLocks noChangeArrowheads="1"/>
          </p:cNvSpPr>
          <p:nvPr/>
        </p:nvSpPr>
        <p:spPr bwMode="auto">
          <a:xfrm>
            <a:off x="5035704" y="3658911"/>
            <a:ext cx="1069424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변경 팔레트 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875045"/>
              </p:ext>
            </p:extLst>
          </p:nvPr>
        </p:nvGraphicFramePr>
        <p:xfrm>
          <a:off x="417342" y="5661248"/>
          <a:ext cx="4368972" cy="430212"/>
        </p:xfrm>
        <a:graphic>
          <a:graphicData uri="http://schemas.openxmlformats.org/drawingml/2006/table">
            <a:tbl>
              <a:tblPr/>
              <a:tblGrid>
                <a:gridCol w="71959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71959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71959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71959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745304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  <a:gridCol w="745304"/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비고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graphicFrame>
        <p:nvGraphicFramePr>
          <p:cNvPr id="5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36423"/>
              </p:ext>
            </p:extLst>
          </p:nvPr>
        </p:nvGraphicFramePr>
        <p:xfrm>
          <a:off x="425450" y="5157192"/>
          <a:ext cx="4360865" cy="427520"/>
        </p:xfrm>
        <a:graphic>
          <a:graphicData uri="http://schemas.openxmlformats.org/drawingml/2006/table">
            <a:tbl>
              <a:tblPr/>
              <a:tblGrid>
                <a:gridCol w="8507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9777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8497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289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076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1149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122082"/>
              </p:ext>
            </p:extLst>
          </p:nvPr>
        </p:nvGraphicFramePr>
        <p:xfrm>
          <a:off x="7689303" y="3904983"/>
          <a:ext cx="1769721" cy="1135464"/>
        </p:xfrm>
        <a:graphic>
          <a:graphicData uri="http://schemas.openxmlformats.org/drawingml/2006/table">
            <a:tbl>
              <a:tblPr/>
              <a:tblGrid>
                <a:gridCol w="589907">
                  <a:extLst>
                    <a:ext uri="{9D8B030D-6E8A-4147-A177-3AD203B41FA5}">
                      <a16:colId xmlns:a16="http://schemas.microsoft.com/office/drawing/2014/main" xmlns="" val="2393465807"/>
                    </a:ext>
                  </a:extLst>
                </a:gridCol>
                <a:gridCol w="589907">
                  <a:extLst>
                    <a:ext uri="{9D8B030D-6E8A-4147-A177-3AD203B41FA5}">
                      <a16:colId xmlns:a16="http://schemas.microsoft.com/office/drawing/2014/main" xmlns="" val="3489959066"/>
                    </a:ext>
                  </a:extLst>
                </a:gridCol>
                <a:gridCol w="589907">
                  <a:extLst>
                    <a:ext uri="{9D8B030D-6E8A-4147-A177-3AD203B41FA5}">
                      <a16:colId xmlns:a16="http://schemas.microsoft.com/office/drawing/2014/main" xmlns="" val="4127477462"/>
                    </a:ext>
                  </a:extLst>
                </a:gridCol>
              </a:tblGrid>
              <a:tr h="1439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31230379"/>
                  </a:ext>
                </a:extLst>
              </a:tr>
              <a:tr h="1439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93942856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29851534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09152"/>
              </p:ext>
            </p:extLst>
          </p:nvPr>
        </p:nvGraphicFramePr>
        <p:xfrm>
          <a:off x="5033962" y="3904983"/>
          <a:ext cx="2655343" cy="1133833"/>
        </p:xfrm>
        <a:graphic>
          <a:graphicData uri="http://schemas.openxmlformats.org/drawingml/2006/table">
            <a:tbl>
              <a:tblPr/>
              <a:tblGrid>
                <a:gridCol w="524670"/>
                <a:gridCol w="524670"/>
                <a:gridCol w="5081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2001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78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879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파렛트상세순번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입출고구분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P004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A10101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입고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P005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A10101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6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입고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P006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A10101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273868"/>
              </p:ext>
            </p:extLst>
          </p:nvPr>
        </p:nvGraphicFramePr>
        <p:xfrm>
          <a:off x="5025856" y="5676488"/>
          <a:ext cx="4391642" cy="430212"/>
        </p:xfrm>
        <a:graphic>
          <a:graphicData uri="http://schemas.openxmlformats.org/drawingml/2006/table">
            <a:tbl>
              <a:tblPr/>
              <a:tblGrid>
                <a:gridCol w="723325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723325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723325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723325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74917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  <a:gridCol w="749171"/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graphicFrame>
        <p:nvGraphicFramePr>
          <p:cNvPr id="6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727819"/>
              </p:ext>
            </p:extLst>
          </p:nvPr>
        </p:nvGraphicFramePr>
        <p:xfrm>
          <a:off x="5033963" y="5172432"/>
          <a:ext cx="4383533" cy="427520"/>
        </p:xfrm>
        <a:graphic>
          <a:graphicData uri="http://schemas.openxmlformats.org/drawingml/2006/table">
            <a:tbl>
              <a:tblPr/>
              <a:tblGrid>
                <a:gridCol w="8552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54194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8541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758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123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1149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536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팔레트변경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1843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1843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1843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1865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1865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43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43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440" name="직사각형 54"/>
          <p:cNvSpPr>
            <a:spLocks noChangeArrowheads="1"/>
          </p:cNvSpPr>
          <p:nvPr/>
        </p:nvSpPr>
        <p:spPr bwMode="auto">
          <a:xfrm>
            <a:off x="314325" y="2327275"/>
            <a:ext cx="9215438" cy="1875394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441" name="직사각형 51"/>
          <p:cNvSpPr>
            <a:spLocks noChangeArrowheads="1"/>
          </p:cNvSpPr>
          <p:nvPr/>
        </p:nvSpPr>
        <p:spPr bwMode="auto">
          <a:xfrm>
            <a:off x="6766719" y="206057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8443" name="직사각형 51"/>
          <p:cNvSpPr>
            <a:spLocks noChangeArrowheads="1"/>
          </p:cNvSpPr>
          <p:nvPr/>
        </p:nvSpPr>
        <p:spPr bwMode="auto">
          <a:xfrm>
            <a:off x="7880350" y="20621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8444" name="직사각형 51"/>
          <p:cNvSpPr>
            <a:spLocks noChangeArrowheads="1"/>
          </p:cNvSpPr>
          <p:nvPr/>
        </p:nvSpPr>
        <p:spPr bwMode="auto">
          <a:xfrm>
            <a:off x="8451850" y="20621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8445" name="직사각형 51"/>
          <p:cNvSpPr>
            <a:spLocks noChangeArrowheads="1"/>
          </p:cNvSpPr>
          <p:nvPr/>
        </p:nvSpPr>
        <p:spPr bwMode="auto">
          <a:xfrm>
            <a:off x="7312025" y="2060575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8446" name="직사각형 51"/>
          <p:cNvSpPr>
            <a:spLocks noChangeArrowheads="1"/>
          </p:cNvSpPr>
          <p:nvPr/>
        </p:nvSpPr>
        <p:spPr bwMode="auto">
          <a:xfrm>
            <a:off x="9024938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18447" name="직사각형 51"/>
          <p:cNvSpPr>
            <a:spLocks noChangeArrowheads="1"/>
          </p:cNvSpPr>
          <p:nvPr/>
        </p:nvSpPr>
        <p:spPr bwMode="auto">
          <a:xfrm>
            <a:off x="6195219" y="20621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sp>
        <p:nvSpPr>
          <p:cNvPr id="18457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8458" name="TextBox 65"/>
          <p:cNvSpPr txBox="1">
            <a:spLocks noChangeArrowheads="1"/>
          </p:cNvSpPr>
          <p:nvPr/>
        </p:nvSpPr>
        <p:spPr bwMode="auto">
          <a:xfrm>
            <a:off x="309563" y="2098675"/>
            <a:ext cx="9286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8459" name="직사각형 54"/>
          <p:cNvSpPr>
            <a:spLocks noChangeArrowheads="1"/>
          </p:cNvSpPr>
          <p:nvPr/>
        </p:nvSpPr>
        <p:spPr bwMode="auto">
          <a:xfrm>
            <a:off x="315913" y="4581128"/>
            <a:ext cx="9215437" cy="18002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461" name="그룹 56"/>
          <p:cNvGrpSpPr>
            <a:grpSpLocks/>
          </p:cNvGrpSpPr>
          <p:nvPr/>
        </p:nvGrpSpPr>
        <p:grpSpPr bwMode="auto">
          <a:xfrm>
            <a:off x="6738938" y="4293096"/>
            <a:ext cx="1928812" cy="230187"/>
            <a:chOff x="2666970" y="1428735"/>
            <a:chExt cx="1928837" cy="231478"/>
          </a:xfrm>
        </p:grpSpPr>
        <p:sp>
          <p:nvSpPr>
            <p:cNvPr id="18644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64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462" name="직사각형 66"/>
          <p:cNvSpPr>
            <a:spLocks noChangeArrowheads="1"/>
          </p:cNvSpPr>
          <p:nvPr/>
        </p:nvSpPr>
        <p:spPr bwMode="auto">
          <a:xfrm>
            <a:off x="8810625" y="4294683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463" name="직사각형 66"/>
          <p:cNvSpPr>
            <a:spLocks noChangeArrowheads="1"/>
          </p:cNvSpPr>
          <p:nvPr/>
        </p:nvSpPr>
        <p:spPr bwMode="auto">
          <a:xfrm>
            <a:off x="9239250" y="4296271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179237"/>
              </p:ext>
            </p:extLst>
          </p:nvPr>
        </p:nvGraphicFramePr>
        <p:xfrm>
          <a:off x="380998" y="2420938"/>
          <a:ext cx="7092283" cy="497869"/>
        </p:xfrm>
        <a:graphic>
          <a:graphicData uri="http://schemas.openxmlformats.org/drawingml/2006/table">
            <a:tbl>
              <a:tblPr/>
              <a:tblGrid>
                <a:gridCol w="3837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379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095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959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8767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87676">
                  <a:extLst>
                    <a:ext uri="{9D8B030D-6E8A-4147-A177-3AD203B41FA5}">
                      <a16:colId xmlns:a16="http://schemas.microsoft.com/office/drawing/2014/main" xmlns="" val="381699544"/>
                    </a:ext>
                  </a:extLst>
                </a:gridCol>
                <a:gridCol w="88767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6575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7671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1597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6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90154"/>
              </p:ext>
            </p:extLst>
          </p:nvPr>
        </p:nvGraphicFramePr>
        <p:xfrm>
          <a:off x="395288" y="3068960"/>
          <a:ext cx="3870640" cy="571522"/>
        </p:xfrm>
        <a:graphic>
          <a:graphicData uri="http://schemas.openxmlformats.org/drawingml/2006/table">
            <a:tbl>
              <a:tblPr/>
              <a:tblGrid>
                <a:gridCol w="5645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6457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83166">
                  <a:extLst>
                    <a:ext uri="{9D8B030D-6E8A-4147-A177-3AD203B41FA5}">
                      <a16:colId xmlns:a16="http://schemas.microsoft.com/office/drawing/2014/main" xmlns="" val="2997347443"/>
                    </a:ext>
                  </a:extLst>
                </a:gridCol>
              </a:tblGrid>
              <a:tr h="144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6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274986"/>
              </p:ext>
            </p:extLst>
          </p:nvPr>
        </p:nvGraphicFramePr>
        <p:xfrm>
          <a:off x="392112" y="4658916"/>
          <a:ext cx="7110201" cy="512926"/>
        </p:xfrm>
        <a:graphic>
          <a:graphicData uri="http://schemas.openxmlformats.org/drawingml/2006/table">
            <a:tbl>
              <a:tblPr/>
              <a:tblGrid>
                <a:gridCol w="3327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27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6190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6190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695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6190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69525">
                  <a:extLst>
                    <a:ext uri="{9D8B030D-6E8A-4147-A177-3AD203B41FA5}">
                      <a16:colId xmlns:a16="http://schemas.microsoft.com/office/drawing/2014/main" xmlns="" val="3323285094"/>
                    </a:ext>
                  </a:extLst>
                </a:gridCol>
                <a:gridCol w="7695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77144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7333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2310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8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53" name="그룹 71"/>
          <p:cNvGrpSpPr>
            <a:grpSpLocks/>
          </p:cNvGrpSpPr>
          <p:nvPr/>
        </p:nvGrpSpPr>
        <p:grpSpPr bwMode="auto">
          <a:xfrm>
            <a:off x="-47625" y="1285875"/>
            <a:ext cx="2071688" cy="230188"/>
            <a:chOff x="3238492" y="1428736"/>
            <a:chExt cx="2071698" cy="230832"/>
          </a:xfrm>
        </p:grpSpPr>
        <p:sp>
          <p:nvSpPr>
            <p:cNvPr id="5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6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8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5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6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" name="직사각형 33"/>
          <p:cNvSpPr>
            <a:spLocks noChangeArrowheads="1"/>
          </p:cNvSpPr>
          <p:nvPr/>
        </p:nvSpPr>
        <p:spPr bwMode="auto">
          <a:xfrm>
            <a:off x="52562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5" name="그룹 71"/>
          <p:cNvGrpSpPr>
            <a:grpSpLocks/>
          </p:cNvGrpSpPr>
          <p:nvPr/>
        </p:nvGrpSpPr>
        <p:grpSpPr bwMode="auto">
          <a:xfrm>
            <a:off x="-47625" y="1571625"/>
            <a:ext cx="2071688" cy="230188"/>
            <a:chOff x="3238492" y="1428736"/>
            <a:chExt cx="2071698" cy="230832"/>
          </a:xfrm>
        </p:grpSpPr>
        <p:sp>
          <p:nvSpPr>
            <p:cNvPr id="6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6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0" name="직사각형 33"/>
          <p:cNvSpPr>
            <a:spLocks noChangeArrowheads="1"/>
          </p:cNvSpPr>
          <p:nvPr/>
        </p:nvSpPr>
        <p:spPr bwMode="auto">
          <a:xfrm>
            <a:off x="2076450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66"/>
          <p:cNvSpPr>
            <a:spLocks noChangeArrowheads="1"/>
          </p:cNvSpPr>
          <p:nvPr/>
        </p:nvSpPr>
        <p:spPr bwMode="auto">
          <a:xfrm>
            <a:off x="2273300" y="1577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2" name="그룹 71"/>
          <p:cNvGrpSpPr>
            <a:grpSpLocks/>
          </p:cNvGrpSpPr>
          <p:nvPr/>
        </p:nvGrpSpPr>
        <p:grpSpPr bwMode="auto">
          <a:xfrm>
            <a:off x="3132138" y="1577975"/>
            <a:ext cx="2071687" cy="230188"/>
            <a:chOff x="3238492" y="1428736"/>
            <a:chExt cx="2071698" cy="230832"/>
          </a:xfrm>
        </p:grpSpPr>
        <p:sp>
          <p:nvSpPr>
            <p:cNvPr id="7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7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5" name="직사각형 33"/>
          <p:cNvSpPr>
            <a:spLocks noChangeArrowheads="1"/>
          </p:cNvSpPr>
          <p:nvPr/>
        </p:nvSpPr>
        <p:spPr bwMode="auto">
          <a:xfrm>
            <a:off x="5256213" y="1587500"/>
            <a:ext cx="1428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66"/>
          <p:cNvSpPr>
            <a:spLocks noChangeArrowheads="1"/>
          </p:cNvSpPr>
          <p:nvPr/>
        </p:nvSpPr>
        <p:spPr bwMode="auto">
          <a:xfrm>
            <a:off x="5453063" y="15843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00180"/>
              </p:ext>
            </p:extLst>
          </p:nvPr>
        </p:nvGraphicFramePr>
        <p:xfrm>
          <a:off x="386348" y="5249987"/>
          <a:ext cx="2982476" cy="571522"/>
        </p:xfrm>
        <a:graphic>
          <a:graphicData uri="http://schemas.openxmlformats.org/drawingml/2006/table">
            <a:tbl>
              <a:tblPr/>
              <a:tblGrid>
                <a:gridCol w="4621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9725852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44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78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9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제품코드변경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8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418086"/>
              </p:ext>
            </p:extLst>
          </p:nvPr>
        </p:nvGraphicFramePr>
        <p:xfrm>
          <a:off x="4265928" y="3065860"/>
          <a:ext cx="4276509" cy="579164"/>
        </p:xfrm>
        <a:graphic>
          <a:graphicData uri="http://schemas.openxmlformats.org/drawingml/2006/table">
            <a:tbl>
              <a:tblPr/>
              <a:tblGrid>
                <a:gridCol w="7364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5592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355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8156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8566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161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910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81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510858"/>
              </p:ext>
            </p:extLst>
          </p:nvPr>
        </p:nvGraphicFramePr>
        <p:xfrm>
          <a:off x="7502315" y="2420938"/>
          <a:ext cx="1899453" cy="504006"/>
        </p:xfrm>
        <a:graphic>
          <a:graphicData uri="http://schemas.openxmlformats.org/drawingml/2006/table">
            <a:tbl>
              <a:tblPr/>
              <a:tblGrid>
                <a:gridCol w="633151">
                  <a:extLst>
                    <a:ext uri="{9D8B030D-6E8A-4147-A177-3AD203B41FA5}">
                      <a16:colId xmlns:a16="http://schemas.microsoft.com/office/drawing/2014/main" xmlns="" val="1461241953"/>
                    </a:ext>
                  </a:extLst>
                </a:gridCol>
                <a:gridCol w="633151">
                  <a:extLst>
                    <a:ext uri="{9D8B030D-6E8A-4147-A177-3AD203B41FA5}">
                      <a16:colId xmlns:a16="http://schemas.microsoft.com/office/drawing/2014/main" xmlns="" val="2613009562"/>
                    </a:ext>
                  </a:extLst>
                </a:gridCol>
                <a:gridCol w="633151">
                  <a:extLst>
                    <a:ext uri="{9D8B030D-6E8A-4147-A177-3AD203B41FA5}">
                      <a16:colId xmlns:a16="http://schemas.microsoft.com/office/drawing/2014/main" xmlns="" val="3999219235"/>
                    </a:ext>
                  </a:extLst>
                </a:gridCol>
              </a:tblGrid>
              <a:tr h="12402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78921527"/>
                  </a:ext>
                </a:extLst>
              </a:tr>
              <a:tr h="919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02087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0666834"/>
                  </a:ext>
                </a:extLst>
              </a:tr>
            </a:tbl>
          </a:graphicData>
        </a:graphic>
      </p:graphicFrame>
      <p:grpSp>
        <p:nvGrpSpPr>
          <p:cNvPr id="67" name="그룹 71"/>
          <p:cNvGrpSpPr>
            <a:grpSpLocks/>
          </p:cNvGrpSpPr>
          <p:nvPr/>
        </p:nvGrpSpPr>
        <p:grpSpPr bwMode="auto">
          <a:xfrm>
            <a:off x="3872881" y="2046684"/>
            <a:ext cx="2114485" cy="230188"/>
            <a:chOff x="3979235" y="1428736"/>
            <a:chExt cx="2114493" cy="230832"/>
          </a:xfrm>
        </p:grpSpPr>
        <p:sp>
          <p:nvSpPr>
            <p:cNvPr id="89" name="TextBox 65"/>
            <p:cNvSpPr txBox="1">
              <a:spLocks noChangeArrowheads="1"/>
            </p:cNvSpPr>
            <p:nvPr/>
          </p:nvSpPr>
          <p:spPr bwMode="auto">
            <a:xfrm>
              <a:off x="3979235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*PALLET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입수</a:t>
              </a:r>
            </a:p>
          </p:txBody>
        </p:sp>
        <p:sp>
          <p:nvSpPr>
            <p:cNvPr id="90" name="직사각형 66"/>
            <p:cNvSpPr>
              <a:spLocks noChangeArrowheads="1"/>
            </p:cNvSpPr>
            <p:nvPr/>
          </p:nvSpPr>
          <p:spPr bwMode="auto">
            <a:xfrm>
              <a:off x="5093603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9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9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4" name="직사각형 33"/>
          <p:cNvSpPr>
            <a:spLocks noChangeArrowheads="1"/>
          </p:cNvSpPr>
          <p:nvPr/>
        </p:nvSpPr>
        <p:spPr bwMode="auto">
          <a:xfrm>
            <a:off x="8185078" y="130650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684591"/>
              </p:ext>
            </p:extLst>
          </p:nvPr>
        </p:nvGraphicFramePr>
        <p:xfrm>
          <a:off x="7502315" y="4656272"/>
          <a:ext cx="1899453" cy="521707"/>
        </p:xfrm>
        <a:graphic>
          <a:graphicData uri="http://schemas.openxmlformats.org/drawingml/2006/table">
            <a:tbl>
              <a:tblPr/>
              <a:tblGrid>
                <a:gridCol w="633151">
                  <a:extLst>
                    <a:ext uri="{9D8B030D-6E8A-4147-A177-3AD203B41FA5}">
                      <a16:colId xmlns:a16="http://schemas.microsoft.com/office/drawing/2014/main" xmlns="" val="1461241953"/>
                    </a:ext>
                  </a:extLst>
                </a:gridCol>
                <a:gridCol w="633151">
                  <a:extLst>
                    <a:ext uri="{9D8B030D-6E8A-4147-A177-3AD203B41FA5}">
                      <a16:colId xmlns:a16="http://schemas.microsoft.com/office/drawing/2014/main" xmlns="" val="2613009562"/>
                    </a:ext>
                  </a:extLst>
                </a:gridCol>
                <a:gridCol w="633151">
                  <a:extLst>
                    <a:ext uri="{9D8B030D-6E8A-4147-A177-3AD203B41FA5}">
                      <a16:colId xmlns:a16="http://schemas.microsoft.com/office/drawing/2014/main" xmlns="" val="3999219235"/>
                    </a:ext>
                  </a:extLst>
                </a:gridCol>
              </a:tblGrid>
              <a:tr h="12402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78921527"/>
                  </a:ext>
                </a:extLst>
              </a:tr>
              <a:tr h="1240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4020879"/>
                  </a:ext>
                </a:extLst>
              </a:tr>
              <a:tr h="2736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0666834"/>
                  </a:ext>
                </a:extLst>
              </a:tr>
            </a:tbl>
          </a:graphicData>
        </a:graphic>
      </p:graphicFrame>
      <p:graphicFrame>
        <p:nvGraphicFramePr>
          <p:cNvPr id="7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26307"/>
              </p:ext>
            </p:extLst>
          </p:nvPr>
        </p:nvGraphicFramePr>
        <p:xfrm>
          <a:off x="3368824" y="5239593"/>
          <a:ext cx="4788026" cy="586458"/>
        </p:xfrm>
        <a:graphic>
          <a:graphicData uri="http://schemas.openxmlformats.org/drawingml/2006/table">
            <a:tbl>
              <a:tblPr/>
              <a:tblGrid>
                <a:gridCol w="6967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94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243126517"/>
                    </a:ext>
                  </a:extLst>
                </a:gridCol>
                <a:gridCol w="463993">
                  <a:extLst>
                    <a:ext uri="{9D8B030D-6E8A-4147-A177-3AD203B41FA5}">
                      <a16:colId xmlns:a16="http://schemas.microsoft.com/office/drawing/2014/main" xmlns="" val="3508692196"/>
                    </a:ext>
                  </a:extLst>
                </a:gridCol>
              </a:tblGrid>
              <a:tr h="29842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78" name="표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478548"/>
              </p:ext>
            </p:extLst>
          </p:nvPr>
        </p:nvGraphicFramePr>
        <p:xfrm>
          <a:off x="392112" y="3710120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graphicFrame>
        <p:nvGraphicFramePr>
          <p:cNvPr id="79" name="표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414406"/>
              </p:ext>
            </p:extLst>
          </p:nvPr>
        </p:nvGraphicFramePr>
        <p:xfrm>
          <a:off x="380999" y="5898059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sp>
        <p:nvSpPr>
          <p:cNvPr id="80" name="TextBox 65"/>
          <p:cNvSpPr txBox="1">
            <a:spLocks noChangeArrowheads="1"/>
          </p:cNvSpPr>
          <p:nvPr/>
        </p:nvSpPr>
        <p:spPr bwMode="auto">
          <a:xfrm>
            <a:off x="1640632" y="2053228"/>
            <a:ext cx="10715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이동로케이션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직사각형 66"/>
          <p:cNvSpPr>
            <a:spLocks noChangeArrowheads="1"/>
          </p:cNvSpPr>
          <p:nvPr/>
        </p:nvSpPr>
        <p:spPr bwMode="auto">
          <a:xfrm>
            <a:off x="2754996" y="2057980"/>
            <a:ext cx="1000121" cy="213714"/>
          </a:xfrm>
          <a:prstGeom prst="rect">
            <a:avLst/>
          </a:prstGeom>
          <a:solidFill>
            <a:srgbClr val="B2B2B2"/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파렛트변경대기장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655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재고보류해제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71" name="직사각형 54"/>
          <p:cNvSpPr>
            <a:spLocks noChangeArrowheads="1"/>
          </p:cNvSpPr>
          <p:nvPr/>
        </p:nvSpPr>
        <p:spPr bwMode="auto">
          <a:xfrm>
            <a:off x="309563" y="2325688"/>
            <a:ext cx="9215437" cy="39830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72" name="직사각형 51"/>
          <p:cNvSpPr>
            <a:spLocks noChangeArrowheads="1"/>
          </p:cNvSpPr>
          <p:nvPr/>
        </p:nvSpPr>
        <p:spPr bwMode="auto">
          <a:xfrm>
            <a:off x="6853238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277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277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2775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32776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288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288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77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277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2779" name="그룹 71"/>
          <p:cNvGrpSpPr>
            <a:grpSpLocks/>
          </p:cNvGrpSpPr>
          <p:nvPr/>
        </p:nvGrpSpPr>
        <p:grpSpPr bwMode="auto">
          <a:xfrm>
            <a:off x="6289675" y="1295400"/>
            <a:ext cx="2071688" cy="230188"/>
            <a:chOff x="3238492" y="1428736"/>
            <a:chExt cx="2071698" cy="230832"/>
          </a:xfrm>
        </p:grpSpPr>
        <p:sp>
          <p:nvSpPr>
            <p:cNvPr id="3288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3288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780" name="직사각형 33"/>
          <p:cNvSpPr>
            <a:spLocks noChangeArrowheads="1"/>
          </p:cNvSpPr>
          <p:nvPr/>
        </p:nvSpPr>
        <p:spPr bwMode="auto">
          <a:xfrm>
            <a:off x="84137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81" name="직사각형 66"/>
          <p:cNvSpPr>
            <a:spLocks noChangeArrowheads="1"/>
          </p:cNvSpPr>
          <p:nvPr/>
        </p:nvSpPr>
        <p:spPr bwMode="auto">
          <a:xfrm>
            <a:off x="86106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82" name="직사각형 51"/>
          <p:cNvSpPr>
            <a:spLocks noChangeArrowheads="1"/>
          </p:cNvSpPr>
          <p:nvPr/>
        </p:nvSpPr>
        <p:spPr bwMode="auto">
          <a:xfrm>
            <a:off x="848360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2783" name="직사각형 51"/>
          <p:cNvSpPr>
            <a:spLocks noChangeArrowheads="1"/>
          </p:cNvSpPr>
          <p:nvPr/>
        </p:nvSpPr>
        <p:spPr bwMode="auto">
          <a:xfrm>
            <a:off x="739775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2784" name="직사각형 51"/>
          <p:cNvSpPr>
            <a:spLocks noChangeArrowheads="1"/>
          </p:cNvSpPr>
          <p:nvPr/>
        </p:nvSpPr>
        <p:spPr bwMode="auto">
          <a:xfrm>
            <a:off x="7940675" y="2051050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2786" name="직사각형 51"/>
          <p:cNvSpPr>
            <a:spLocks noChangeArrowheads="1"/>
          </p:cNvSpPr>
          <p:nvPr/>
        </p:nvSpPr>
        <p:spPr bwMode="auto">
          <a:xfrm>
            <a:off x="6310313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32787" name="TextBox 65"/>
          <p:cNvSpPr txBox="1">
            <a:spLocks noChangeArrowheads="1"/>
          </p:cNvSpPr>
          <p:nvPr/>
        </p:nvSpPr>
        <p:spPr bwMode="auto">
          <a:xfrm>
            <a:off x="309563" y="2093913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32788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3288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3288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789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0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2791" name="그룹 71"/>
          <p:cNvGrpSpPr>
            <a:grpSpLocks/>
          </p:cNvGrpSpPr>
          <p:nvPr/>
        </p:nvGrpSpPr>
        <p:grpSpPr bwMode="auto">
          <a:xfrm>
            <a:off x="3214688" y="1295400"/>
            <a:ext cx="2071687" cy="230188"/>
            <a:chOff x="3238492" y="1428736"/>
            <a:chExt cx="2071698" cy="230832"/>
          </a:xfrm>
        </p:grpSpPr>
        <p:sp>
          <p:nvSpPr>
            <p:cNvPr id="3288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3288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792" name="직사각형 66"/>
          <p:cNvSpPr>
            <a:spLocks noChangeArrowheads="1"/>
          </p:cNvSpPr>
          <p:nvPr/>
        </p:nvSpPr>
        <p:spPr bwMode="auto">
          <a:xfrm>
            <a:off x="5535613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3" name="TextBox 65"/>
          <p:cNvSpPr txBox="1">
            <a:spLocks noChangeArrowheads="1"/>
          </p:cNvSpPr>
          <p:nvPr/>
        </p:nvSpPr>
        <p:spPr bwMode="auto">
          <a:xfrm>
            <a:off x="5305425" y="1285875"/>
            <a:ext cx="2143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4" name="직사각형 33"/>
          <p:cNvSpPr>
            <a:spLocks noChangeArrowheads="1"/>
          </p:cNvSpPr>
          <p:nvPr/>
        </p:nvSpPr>
        <p:spPr bwMode="auto">
          <a:xfrm>
            <a:off x="514350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795" name="직사각형 33"/>
          <p:cNvSpPr>
            <a:spLocks noChangeArrowheads="1"/>
          </p:cNvSpPr>
          <p:nvPr/>
        </p:nvSpPr>
        <p:spPr bwMode="auto">
          <a:xfrm>
            <a:off x="6394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729717"/>
              </p:ext>
            </p:extLst>
          </p:nvPr>
        </p:nvGraphicFramePr>
        <p:xfrm>
          <a:off x="381000" y="2420938"/>
          <a:ext cx="8892479" cy="563246"/>
        </p:xfrm>
        <a:graphic>
          <a:graphicData uri="http://schemas.openxmlformats.org/drawingml/2006/table">
            <a:tbl>
              <a:tblPr/>
              <a:tblGrid>
                <a:gridCol w="3469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69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78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31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315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0252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315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9670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1440007061"/>
                    </a:ext>
                  </a:extLst>
                </a:gridCol>
              </a:tblGrid>
              <a:tr h="2819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3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944153"/>
              </p:ext>
            </p:extLst>
          </p:nvPr>
        </p:nvGraphicFramePr>
        <p:xfrm>
          <a:off x="395291" y="3219450"/>
          <a:ext cx="8734181" cy="571548"/>
        </p:xfrm>
        <a:graphic>
          <a:graphicData uri="http://schemas.openxmlformats.org/drawingml/2006/table">
            <a:tbl>
              <a:tblPr/>
              <a:tblGrid>
                <a:gridCol w="555596">
                  <a:extLst>
                    <a:ext uri="{9D8B030D-6E8A-4147-A177-3AD203B41FA5}">
                      <a16:colId xmlns:a16="http://schemas.microsoft.com/office/drawing/2014/main" xmlns="" val="1124254730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3775007547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2459550912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3303063527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1532867751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212694704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307771083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38019095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36128697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3640140330"/>
                    </a:ext>
                  </a:extLst>
                </a:gridCol>
                <a:gridCol w="5760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691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1100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439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보규구분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39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21494909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14:20:20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QC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32878" name="그룹 71"/>
          <p:cNvGrpSpPr>
            <a:grpSpLocks/>
          </p:cNvGrpSpPr>
          <p:nvPr/>
        </p:nvGrpSpPr>
        <p:grpSpPr bwMode="auto">
          <a:xfrm>
            <a:off x="3214688" y="1603376"/>
            <a:ext cx="2071687" cy="230187"/>
            <a:chOff x="3238492" y="1428735"/>
            <a:chExt cx="2071698" cy="231478"/>
          </a:xfrm>
        </p:grpSpPr>
        <p:sp>
          <p:nvSpPr>
            <p:cNvPr id="32880" name="TextBox 65"/>
            <p:cNvSpPr txBox="1">
              <a:spLocks noChangeArrowheads="1"/>
            </p:cNvSpPr>
            <p:nvPr/>
          </p:nvSpPr>
          <p:spPr bwMode="auto">
            <a:xfrm>
              <a:off x="3238492" y="1428735"/>
              <a:ext cx="1071566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보류구분</a:t>
              </a:r>
            </a:p>
          </p:txBody>
        </p:sp>
        <p:sp>
          <p:nvSpPr>
            <p:cNvPr id="3288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정상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보류</a:t>
              </a:r>
            </a:p>
          </p:txBody>
        </p:sp>
      </p:grpSp>
      <p:sp>
        <p:nvSpPr>
          <p:cNvPr id="32879" name="직사각형 33"/>
          <p:cNvSpPr>
            <a:spLocks noChangeArrowheads="1"/>
          </p:cNvSpPr>
          <p:nvPr/>
        </p:nvSpPr>
        <p:spPr bwMode="auto">
          <a:xfrm>
            <a:off x="5145088" y="1609726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2" name="그룹 71"/>
          <p:cNvGrpSpPr>
            <a:grpSpLocks/>
          </p:cNvGrpSpPr>
          <p:nvPr/>
        </p:nvGrpSpPr>
        <p:grpSpPr bwMode="auto">
          <a:xfrm>
            <a:off x="22225" y="1581150"/>
            <a:ext cx="2071688" cy="230188"/>
            <a:chOff x="3238492" y="1428736"/>
            <a:chExt cx="2071698" cy="230832"/>
          </a:xfrm>
        </p:grpSpPr>
        <p:sp>
          <p:nvSpPr>
            <p:cNvPr id="4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4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작업중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작업완료</a:t>
              </a:r>
            </a:p>
          </p:txBody>
        </p:sp>
      </p:grpSp>
      <p:sp>
        <p:nvSpPr>
          <p:cNvPr id="45" name="직사각형 33"/>
          <p:cNvSpPr>
            <a:spLocks noChangeArrowheads="1"/>
          </p:cNvSpPr>
          <p:nvPr/>
        </p:nvSpPr>
        <p:spPr bwMode="auto">
          <a:xfrm>
            <a:off x="1951038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789068"/>
              </p:ext>
            </p:extLst>
          </p:nvPr>
        </p:nvGraphicFramePr>
        <p:xfrm>
          <a:off x="398566" y="3909307"/>
          <a:ext cx="4788025" cy="430212"/>
        </p:xfrm>
        <a:graphic>
          <a:graphicData uri="http://schemas.openxmlformats.org/drawingml/2006/table">
            <a:tbl>
              <a:tblPr/>
              <a:tblGrid>
                <a:gridCol w="77150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70585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7705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87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283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28301">
                  <a:extLst>
                    <a:ext uri="{9D8B030D-6E8A-4147-A177-3AD203B41FA5}">
                      <a16:colId xmlns:a16="http://schemas.microsoft.com/office/drawing/2014/main" xmlns="" val="2243126517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0929"/>
              </p:ext>
            </p:extLst>
          </p:nvPr>
        </p:nvGraphicFramePr>
        <p:xfrm>
          <a:off x="5186592" y="3906713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재고보류해제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3481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482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34821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503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503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82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482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4824" name="직사각형 54"/>
          <p:cNvSpPr>
            <a:spLocks noChangeArrowheads="1"/>
          </p:cNvSpPr>
          <p:nvPr/>
        </p:nvSpPr>
        <p:spPr bwMode="auto">
          <a:xfrm>
            <a:off x="314325" y="2182813"/>
            <a:ext cx="9215438" cy="17653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25" name="직사각형 51"/>
          <p:cNvSpPr>
            <a:spLocks noChangeArrowheads="1"/>
          </p:cNvSpPr>
          <p:nvPr/>
        </p:nvSpPr>
        <p:spPr bwMode="auto">
          <a:xfrm>
            <a:off x="6167438" y="19161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4826" name="직사각형 51"/>
          <p:cNvSpPr>
            <a:spLocks noChangeArrowheads="1"/>
          </p:cNvSpPr>
          <p:nvPr/>
        </p:nvSpPr>
        <p:spPr bwMode="auto">
          <a:xfrm>
            <a:off x="6745288" y="1917700"/>
            <a:ext cx="490537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4827" name="직사각형 51"/>
          <p:cNvSpPr>
            <a:spLocks noChangeArrowheads="1"/>
          </p:cNvSpPr>
          <p:nvPr/>
        </p:nvSpPr>
        <p:spPr bwMode="auto">
          <a:xfrm>
            <a:off x="7880350" y="1917700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4828" name="직사각형 51"/>
          <p:cNvSpPr>
            <a:spLocks noChangeArrowheads="1"/>
          </p:cNvSpPr>
          <p:nvPr/>
        </p:nvSpPr>
        <p:spPr bwMode="auto">
          <a:xfrm>
            <a:off x="8451850" y="19177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34829" name="직사각형 51"/>
          <p:cNvSpPr>
            <a:spLocks noChangeArrowheads="1"/>
          </p:cNvSpPr>
          <p:nvPr/>
        </p:nvSpPr>
        <p:spPr bwMode="auto">
          <a:xfrm>
            <a:off x="7312025" y="191611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4830" name="직사각형 51"/>
          <p:cNvSpPr>
            <a:spLocks noChangeArrowheads="1"/>
          </p:cNvSpPr>
          <p:nvPr/>
        </p:nvSpPr>
        <p:spPr bwMode="auto">
          <a:xfrm>
            <a:off x="9024938" y="191770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sp>
        <p:nvSpPr>
          <p:cNvPr id="34831" name="직사각형 51"/>
          <p:cNvSpPr>
            <a:spLocks noChangeArrowheads="1"/>
          </p:cNvSpPr>
          <p:nvPr/>
        </p:nvSpPr>
        <p:spPr bwMode="auto">
          <a:xfrm>
            <a:off x="5595938" y="191770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sp>
        <p:nvSpPr>
          <p:cNvPr id="34841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4842" name="TextBox 65"/>
          <p:cNvSpPr txBox="1">
            <a:spLocks noChangeArrowheads="1"/>
          </p:cNvSpPr>
          <p:nvPr/>
        </p:nvSpPr>
        <p:spPr bwMode="auto">
          <a:xfrm>
            <a:off x="309563" y="1954213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34843" name="직사각형 54"/>
          <p:cNvSpPr>
            <a:spLocks noChangeArrowheads="1"/>
          </p:cNvSpPr>
          <p:nvPr/>
        </p:nvSpPr>
        <p:spPr bwMode="auto">
          <a:xfrm>
            <a:off x="315913" y="4365625"/>
            <a:ext cx="9215437" cy="1943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4845" name="그룹 56"/>
          <p:cNvGrpSpPr>
            <a:grpSpLocks/>
          </p:cNvGrpSpPr>
          <p:nvPr/>
        </p:nvGrpSpPr>
        <p:grpSpPr bwMode="auto">
          <a:xfrm>
            <a:off x="6738938" y="4041775"/>
            <a:ext cx="1928812" cy="230188"/>
            <a:chOff x="2666970" y="1428735"/>
            <a:chExt cx="1928837" cy="231478"/>
          </a:xfrm>
        </p:grpSpPr>
        <p:sp>
          <p:nvSpPr>
            <p:cNvPr id="35023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02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4846" name="직사각형 66"/>
          <p:cNvSpPr>
            <a:spLocks noChangeArrowheads="1"/>
          </p:cNvSpPr>
          <p:nvPr/>
        </p:nvSpPr>
        <p:spPr bwMode="auto">
          <a:xfrm>
            <a:off x="8810625" y="4043363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847" name="직사각형 66"/>
          <p:cNvSpPr>
            <a:spLocks noChangeArrowheads="1"/>
          </p:cNvSpPr>
          <p:nvPr/>
        </p:nvSpPr>
        <p:spPr bwMode="auto">
          <a:xfrm>
            <a:off x="9239250" y="4044950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13879"/>
              </p:ext>
            </p:extLst>
          </p:nvPr>
        </p:nvGraphicFramePr>
        <p:xfrm>
          <a:off x="380999" y="2276872"/>
          <a:ext cx="8964613" cy="563246"/>
        </p:xfrm>
        <a:graphic>
          <a:graphicData uri="http://schemas.openxmlformats.org/drawingml/2006/table">
            <a:tbl>
              <a:tblPr/>
              <a:tblGrid>
                <a:gridCol w="3695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9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682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6826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5460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682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5460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095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4778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095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4095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640957">
                  <a:extLst>
                    <a:ext uri="{9D8B030D-6E8A-4147-A177-3AD203B41FA5}">
                      <a16:colId xmlns:a16="http://schemas.microsoft.com/office/drawing/2014/main" xmlns="" val="1643501065"/>
                    </a:ext>
                  </a:extLst>
                </a:gridCol>
              </a:tblGrid>
              <a:tr h="2819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3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35017" name="그룹 71"/>
          <p:cNvGrpSpPr>
            <a:grpSpLocks/>
          </p:cNvGrpSpPr>
          <p:nvPr/>
        </p:nvGrpSpPr>
        <p:grpSpPr bwMode="auto">
          <a:xfrm>
            <a:off x="6256338" y="1587064"/>
            <a:ext cx="2071687" cy="230187"/>
            <a:chOff x="3238492" y="1428735"/>
            <a:chExt cx="2071698" cy="231478"/>
          </a:xfrm>
        </p:grpSpPr>
        <p:sp>
          <p:nvSpPr>
            <p:cNvPr id="35019" name="TextBox 65"/>
            <p:cNvSpPr txBox="1">
              <a:spLocks noChangeArrowheads="1"/>
            </p:cNvSpPr>
            <p:nvPr/>
          </p:nvSpPr>
          <p:spPr bwMode="auto">
            <a:xfrm>
              <a:off x="3238492" y="1428735"/>
              <a:ext cx="1071566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보류구분</a:t>
              </a:r>
            </a:p>
          </p:txBody>
        </p:sp>
        <p:sp>
          <p:nvSpPr>
            <p:cNvPr id="3502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정상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보류</a:t>
              </a:r>
            </a:p>
          </p:txBody>
        </p:sp>
      </p:grpSp>
      <p:sp>
        <p:nvSpPr>
          <p:cNvPr id="35018" name="직사각형 33"/>
          <p:cNvSpPr>
            <a:spLocks noChangeArrowheads="1"/>
          </p:cNvSpPr>
          <p:nvPr/>
        </p:nvSpPr>
        <p:spPr bwMode="auto">
          <a:xfrm>
            <a:off x="8185148" y="15890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7" name="그룹 71"/>
          <p:cNvGrpSpPr>
            <a:grpSpLocks/>
          </p:cNvGrpSpPr>
          <p:nvPr/>
        </p:nvGrpSpPr>
        <p:grpSpPr bwMode="auto">
          <a:xfrm>
            <a:off x="-47625" y="1285875"/>
            <a:ext cx="2071688" cy="230188"/>
            <a:chOff x="3238492" y="1428736"/>
            <a:chExt cx="2071698" cy="230832"/>
          </a:xfrm>
        </p:grpSpPr>
        <p:sp>
          <p:nvSpPr>
            <p:cNvPr id="5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0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2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6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6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" name="직사각형 33"/>
          <p:cNvSpPr>
            <a:spLocks noChangeArrowheads="1"/>
          </p:cNvSpPr>
          <p:nvPr/>
        </p:nvSpPr>
        <p:spPr bwMode="auto">
          <a:xfrm>
            <a:off x="52562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7" name="그룹 71"/>
          <p:cNvGrpSpPr>
            <a:grpSpLocks/>
          </p:cNvGrpSpPr>
          <p:nvPr/>
        </p:nvGrpSpPr>
        <p:grpSpPr bwMode="auto">
          <a:xfrm>
            <a:off x="-47625" y="1571625"/>
            <a:ext cx="2071688" cy="230188"/>
            <a:chOff x="3238492" y="1428736"/>
            <a:chExt cx="2071698" cy="230832"/>
          </a:xfrm>
        </p:grpSpPr>
        <p:sp>
          <p:nvSpPr>
            <p:cNvPr id="6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6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0" name="직사각형 33"/>
          <p:cNvSpPr>
            <a:spLocks noChangeArrowheads="1"/>
          </p:cNvSpPr>
          <p:nvPr/>
        </p:nvSpPr>
        <p:spPr bwMode="auto">
          <a:xfrm>
            <a:off x="2076450" y="15811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66"/>
          <p:cNvSpPr>
            <a:spLocks noChangeArrowheads="1"/>
          </p:cNvSpPr>
          <p:nvPr/>
        </p:nvSpPr>
        <p:spPr bwMode="auto">
          <a:xfrm>
            <a:off x="2273300" y="15779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2" name="그룹 71"/>
          <p:cNvGrpSpPr>
            <a:grpSpLocks/>
          </p:cNvGrpSpPr>
          <p:nvPr/>
        </p:nvGrpSpPr>
        <p:grpSpPr bwMode="auto">
          <a:xfrm>
            <a:off x="3132138" y="1577975"/>
            <a:ext cx="2071687" cy="230188"/>
            <a:chOff x="3238492" y="1428736"/>
            <a:chExt cx="2071698" cy="230832"/>
          </a:xfrm>
        </p:grpSpPr>
        <p:sp>
          <p:nvSpPr>
            <p:cNvPr id="7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7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5" name="직사각형 33"/>
          <p:cNvSpPr>
            <a:spLocks noChangeArrowheads="1"/>
          </p:cNvSpPr>
          <p:nvPr/>
        </p:nvSpPr>
        <p:spPr bwMode="auto">
          <a:xfrm>
            <a:off x="5256213" y="1587500"/>
            <a:ext cx="1428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66"/>
          <p:cNvSpPr>
            <a:spLocks noChangeArrowheads="1"/>
          </p:cNvSpPr>
          <p:nvPr/>
        </p:nvSpPr>
        <p:spPr bwMode="auto">
          <a:xfrm>
            <a:off x="5453063" y="15843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216615"/>
              </p:ext>
            </p:extLst>
          </p:nvPr>
        </p:nvGraphicFramePr>
        <p:xfrm>
          <a:off x="381000" y="2924944"/>
          <a:ext cx="7476717" cy="493475"/>
        </p:xfrm>
        <a:graphic>
          <a:graphicData uri="http://schemas.openxmlformats.org/drawingml/2006/table">
            <a:tbl>
              <a:tblPr/>
              <a:tblGrid>
                <a:gridCol w="596839">
                  <a:extLst>
                    <a:ext uri="{9D8B030D-6E8A-4147-A177-3AD203B41FA5}">
                      <a16:colId xmlns:a16="http://schemas.microsoft.com/office/drawing/2014/main" xmlns="" val="1124254730"/>
                    </a:ext>
                  </a:extLst>
                </a:gridCol>
                <a:gridCol w="596839">
                  <a:extLst>
                    <a:ext uri="{9D8B030D-6E8A-4147-A177-3AD203B41FA5}">
                      <a16:colId xmlns:a16="http://schemas.microsoft.com/office/drawing/2014/main" xmlns="" val="3775007547"/>
                    </a:ext>
                  </a:extLst>
                </a:gridCol>
                <a:gridCol w="596839">
                  <a:extLst>
                    <a:ext uri="{9D8B030D-6E8A-4147-A177-3AD203B41FA5}">
                      <a16:colId xmlns:a16="http://schemas.microsoft.com/office/drawing/2014/main" xmlns="" val="2459550912"/>
                    </a:ext>
                  </a:extLst>
                </a:gridCol>
                <a:gridCol w="596839">
                  <a:extLst>
                    <a:ext uri="{9D8B030D-6E8A-4147-A177-3AD203B41FA5}">
                      <a16:colId xmlns:a16="http://schemas.microsoft.com/office/drawing/2014/main" xmlns="" val="3303063527"/>
                    </a:ext>
                  </a:extLst>
                </a:gridCol>
                <a:gridCol w="596839">
                  <a:extLst>
                    <a:ext uri="{9D8B030D-6E8A-4147-A177-3AD203B41FA5}">
                      <a16:colId xmlns:a16="http://schemas.microsoft.com/office/drawing/2014/main" xmlns="" val="1532867751"/>
                    </a:ext>
                  </a:extLst>
                </a:gridCol>
                <a:gridCol w="596839">
                  <a:extLst>
                    <a:ext uri="{9D8B030D-6E8A-4147-A177-3AD203B41FA5}">
                      <a16:colId xmlns:a16="http://schemas.microsoft.com/office/drawing/2014/main" xmlns="" val="2126947047"/>
                    </a:ext>
                  </a:extLst>
                </a:gridCol>
                <a:gridCol w="618826">
                  <a:extLst>
                    <a:ext uri="{9D8B030D-6E8A-4147-A177-3AD203B41FA5}">
                      <a16:colId xmlns:a16="http://schemas.microsoft.com/office/drawing/2014/main" xmlns="" val="3077710836"/>
                    </a:ext>
                  </a:extLst>
                </a:gridCol>
                <a:gridCol w="541473">
                  <a:extLst>
                    <a:ext uri="{9D8B030D-6E8A-4147-A177-3AD203B41FA5}">
                      <a16:colId xmlns:a16="http://schemas.microsoft.com/office/drawing/2014/main" xmlns="" val="3801909500"/>
                    </a:ext>
                  </a:extLst>
                </a:gridCol>
                <a:gridCol w="541473">
                  <a:extLst>
                    <a:ext uri="{9D8B030D-6E8A-4147-A177-3AD203B41FA5}">
                      <a16:colId xmlns:a16="http://schemas.microsoft.com/office/drawing/2014/main" xmlns="" val="361286971"/>
                    </a:ext>
                  </a:extLst>
                </a:gridCol>
                <a:gridCol w="541473">
                  <a:extLst>
                    <a:ext uri="{9D8B030D-6E8A-4147-A177-3AD203B41FA5}">
                      <a16:colId xmlns:a16="http://schemas.microsoft.com/office/drawing/2014/main" xmlns="" val="3640140330"/>
                    </a:ext>
                  </a:extLst>
                </a:gridCol>
                <a:gridCol w="8262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26219">
                  <a:extLst>
                    <a:ext uri="{9D8B030D-6E8A-4147-A177-3AD203B41FA5}">
                      <a16:colId xmlns:a16="http://schemas.microsoft.com/office/drawing/2014/main" xmlns="" val="700791482"/>
                    </a:ext>
                  </a:extLst>
                </a:gridCol>
              </a:tblGrid>
              <a:tr h="1439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보규구분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39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21494909"/>
                  </a:ext>
                </a:extLst>
              </a:tr>
              <a:tr h="2038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QC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84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9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9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4" name="직사각형 33"/>
          <p:cNvSpPr>
            <a:spLocks noChangeArrowheads="1"/>
          </p:cNvSpPr>
          <p:nvPr/>
        </p:nvSpPr>
        <p:spPr bwMode="auto">
          <a:xfrm>
            <a:off x="8185078" y="130650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7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19402"/>
              </p:ext>
            </p:extLst>
          </p:nvPr>
        </p:nvGraphicFramePr>
        <p:xfrm>
          <a:off x="395288" y="4463573"/>
          <a:ext cx="8892479" cy="563246"/>
        </p:xfrm>
        <a:graphic>
          <a:graphicData uri="http://schemas.openxmlformats.org/drawingml/2006/table">
            <a:tbl>
              <a:tblPr/>
              <a:tblGrid>
                <a:gridCol w="3469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69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78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031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315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0252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0315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9670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570396">
                  <a:extLst>
                    <a:ext uri="{9D8B030D-6E8A-4147-A177-3AD203B41FA5}">
                      <a16:colId xmlns:a16="http://schemas.microsoft.com/office/drawing/2014/main" xmlns="" val="1440007061"/>
                    </a:ext>
                  </a:extLst>
                </a:gridCol>
              </a:tblGrid>
              <a:tr h="2819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13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작업중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A2-01-01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7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606519"/>
              </p:ext>
            </p:extLst>
          </p:nvPr>
        </p:nvGraphicFramePr>
        <p:xfrm>
          <a:off x="388105" y="6694461"/>
          <a:ext cx="8734181" cy="571548"/>
        </p:xfrm>
        <a:graphic>
          <a:graphicData uri="http://schemas.openxmlformats.org/drawingml/2006/table">
            <a:tbl>
              <a:tblPr/>
              <a:tblGrid>
                <a:gridCol w="555596">
                  <a:extLst>
                    <a:ext uri="{9D8B030D-6E8A-4147-A177-3AD203B41FA5}">
                      <a16:colId xmlns:a16="http://schemas.microsoft.com/office/drawing/2014/main" xmlns="" val="1124254730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3775007547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2459550912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3303063527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1532867751"/>
                    </a:ext>
                  </a:extLst>
                </a:gridCol>
                <a:gridCol w="555596">
                  <a:extLst>
                    <a:ext uri="{9D8B030D-6E8A-4147-A177-3AD203B41FA5}">
                      <a16:colId xmlns:a16="http://schemas.microsoft.com/office/drawing/2014/main" xmlns="" val="212694704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307771083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38019095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36128697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3640140330"/>
                    </a:ext>
                  </a:extLst>
                </a:gridCol>
                <a:gridCol w="5760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691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1100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1439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보규구분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397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21494909"/>
                  </a:ext>
                </a:extLst>
              </a:tr>
              <a:tr h="2819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14:20:20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재고보류변경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144891"/>
              </p:ext>
            </p:extLst>
          </p:nvPr>
        </p:nvGraphicFramePr>
        <p:xfrm>
          <a:off x="380999" y="5120481"/>
          <a:ext cx="4229772" cy="493475"/>
        </p:xfrm>
        <a:graphic>
          <a:graphicData uri="http://schemas.openxmlformats.org/drawingml/2006/table">
            <a:tbl>
              <a:tblPr/>
              <a:tblGrid>
                <a:gridCol w="618826">
                  <a:extLst>
                    <a:ext uri="{9D8B030D-6E8A-4147-A177-3AD203B41FA5}">
                      <a16:colId xmlns:a16="http://schemas.microsoft.com/office/drawing/2014/main" xmlns="" val="3002090877"/>
                    </a:ext>
                  </a:extLst>
                </a:gridCol>
                <a:gridCol w="541473">
                  <a:extLst>
                    <a:ext uri="{9D8B030D-6E8A-4147-A177-3AD203B41FA5}">
                      <a16:colId xmlns:a16="http://schemas.microsoft.com/office/drawing/2014/main" xmlns="" val="2418003880"/>
                    </a:ext>
                  </a:extLst>
                </a:gridCol>
                <a:gridCol w="541473">
                  <a:extLst>
                    <a:ext uri="{9D8B030D-6E8A-4147-A177-3AD203B41FA5}">
                      <a16:colId xmlns:a16="http://schemas.microsoft.com/office/drawing/2014/main" xmlns="" val="2057531864"/>
                    </a:ext>
                  </a:extLst>
                </a:gridCol>
                <a:gridCol w="541473">
                  <a:extLst>
                    <a:ext uri="{9D8B030D-6E8A-4147-A177-3AD203B41FA5}">
                      <a16:colId xmlns:a16="http://schemas.microsoft.com/office/drawing/2014/main" xmlns="" val="269232273"/>
                    </a:ext>
                  </a:extLst>
                </a:gridCol>
                <a:gridCol w="826219">
                  <a:extLst>
                    <a:ext uri="{9D8B030D-6E8A-4147-A177-3AD203B41FA5}">
                      <a16:colId xmlns:a16="http://schemas.microsoft.com/office/drawing/2014/main" xmlns="" val="400668990"/>
                    </a:ext>
                  </a:extLst>
                </a:gridCol>
                <a:gridCol w="826219">
                  <a:extLst>
                    <a:ext uri="{9D8B030D-6E8A-4147-A177-3AD203B41FA5}">
                      <a16:colId xmlns:a16="http://schemas.microsoft.com/office/drawing/2014/main" xmlns="" val="3182883222"/>
                    </a:ext>
                  </a:extLst>
                </a:gridCol>
                <a:gridCol w="334089">
                  <a:extLst>
                    <a:ext uri="{9D8B030D-6E8A-4147-A177-3AD203B41FA5}">
                      <a16:colId xmlns:a16="http://schemas.microsoft.com/office/drawing/2014/main" xmlns="" val="2236565226"/>
                    </a:ext>
                  </a:extLst>
                </a:gridCol>
              </a:tblGrid>
              <a:tr h="14397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보규구분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변경수량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0123358"/>
                  </a:ext>
                </a:extLst>
              </a:tr>
              <a:tr h="1439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14164727"/>
                  </a:ext>
                </a:extLst>
              </a:tr>
              <a:tr h="2038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QC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7210588"/>
                  </a:ext>
                </a:extLst>
              </a:tr>
            </a:tbl>
          </a:graphicData>
        </a:graphic>
      </p:graphicFrame>
      <p:graphicFrame>
        <p:nvGraphicFramePr>
          <p:cNvPr id="7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13964"/>
              </p:ext>
            </p:extLst>
          </p:nvPr>
        </p:nvGraphicFramePr>
        <p:xfrm>
          <a:off x="392113" y="3503602"/>
          <a:ext cx="4788026" cy="430212"/>
        </p:xfrm>
        <a:graphic>
          <a:graphicData uri="http://schemas.openxmlformats.org/drawingml/2006/table">
            <a:tbl>
              <a:tblPr/>
              <a:tblGrid>
                <a:gridCol w="6967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94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243126517"/>
                    </a:ext>
                  </a:extLst>
                </a:gridCol>
                <a:gridCol w="463993">
                  <a:extLst>
                    <a:ext uri="{9D8B030D-6E8A-4147-A177-3AD203B41FA5}">
                      <a16:colId xmlns:a16="http://schemas.microsoft.com/office/drawing/2014/main" xmlns="" val="3508692196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118549"/>
              </p:ext>
            </p:extLst>
          </p:nvPr>
        </p:nvGraphicFramePr>
        <p:xfrm>
          <a:off x="5180139" y="3501008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  <p:graphicFrame>
        <p:nvGraphicFramePr>
          <p:cNvPr id="81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311764"/>
              </p:ext>
            </p:extLst>
          </p:nvPr>
        </p:nvGraphicFramePr>
        <p:xfrm>
          <a:off x="4610771" y="5133736"/>
          <a:ext cx="4324033" cy="474754"/>
        </p:xfrm>
        <a:graphic>
          <a:graphicData uri="http://schemas.openxmlformats.org/drawingml/2006/table">
            <a:tbl>
              <a:tblPr/>
              <a:tblGrid>
                <a:gridCol w="6967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3747073966"/>
                    </a:ext>
                  </a:extLst>
                </a:gridCol>
                <a:gridCol w="695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94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48033">
                  <a:extLst>
                    <a:ext uri="{9D8B030D-6E8A-4147-A177-3AD203B41FA5}">
                      <a16:colId xmlns:a16="http://schemas.microsoft.com/office/drawing/2014/main" xmlns="" val="2243126517"/>
                    </a:ext>
                  </a:extLst>
                </a:gridCol>
              </a:tblGrid>
              <a:tr h="2587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82" name="표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8033"/>
              </p:ext>
            </p:extLst>
          </p:nvPr>
        </p:nvGraphicFramePr>
        <p:xfrm>
          <a:off x="405165" y="5710238"/>
          <a:ext cx="3263915" cy="430212"/>
        </p:xfrm>
        <a:graphic>
          <a:graphicData uri="http://schemas.openxmlformats.org/drawingml/2006/table">
            <a:tbl>
              <a:tblPr/>
              <a:tblGrid>
                <a:gridCol w="648151">
                  <a:extLst>
                    <a:ext uri="{9D8B030D-6E8A-4147-A177-3AD203B41FA5}">
                      <a16:colId xmlns:a16="http://schemas.microsoft.com/office/drawing/2014/main" xmlns="" val="1002749969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2079694160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3892124181"/>
                    </a:ext>
                  </a:extLst>
                </a:gridCol>
                <a:gridCol w="648151">
                  <a:extLst>
                    <a:ext uri="{9D8B030D-6E8A-4147-A177-3AD203B41FA5}">
                      <a16:colId xmlns:a16="http://schemas.microsoft.com/office/drawing/2014/main" xmlns="" val="982418112"/>
                    </a:ext>
                  </a:extLst>
                </a:gridCol>
                <a:gridCol w="671311">
                  <a:extLst>
                    <a:ext uri="{9D8B030D-6E8A-4147-A177-3AD203B41FA5}">
                      <a16:colId xmlns:a16="http://schemas.microsoft.com/office/drawing/2014/main" xmlns="" val="3096688394"/>
                    </a:ext>
                  </a:extLst>
                </a:gridCol>
              </a:tblGrid>
              <a:tr h="2144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47304631"/>
                  </a:ext>
                </a:extLst>
              </a:tr>
              <a:tr h="21576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4634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유통가공</a:t>
            </a:r>
          </a:p>
        </p:txBody>
      </p:sp>
      <p:sp>
        <p:nvSpPr>
          <p:cNvPr id="69635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9636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6963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987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987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963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963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7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002589"/>
              </p:ext>
            </p:extLst>
          </p:nvPr>
        </p:nvGraphicFramePr>
        <p:xfrm>
          <a:off x="436563" y="2527300"/>
          <a:ext cx="9016999" cy="706438"/>
        </p:xfrm>
        <a:graphic>
          <a:graphicData uri="http://schemas.openxmlformats.org/drawingml/2006/table">
            <a:tbl>
              <a:tblPr/>
              <a:tblGrid>
                <a:gridCol w="2300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00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14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14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6147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093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4093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4093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4093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7191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3090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7191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7191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28492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09953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71942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371942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363976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353935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353935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353935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353935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</a:tblGrid>
              <a:tr h="20653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작업구분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대상로케이션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이동로케이션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세트코드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지시수량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차이수량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확정일자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38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60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조립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A1-02-02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9712" name="직사각형 54"/>
          <p:cNvSpPr>
            <a:spLocks noChangeArrowheads="1"/>
          </p:cNvSpPr>
          <p:nvPr/>
        </p:nvSpPr>
        <p:spPr bwMode="auto">
          <a:xfrm>
            <a:off x="314325" y="2343150"/>
            <a:ext cx="9215438" cy="20605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972323"/>
              </p:ext>
            </p:extLst>
          </p:nvPr>
        </p:nvGraphicFramePr>
        <p:xfrm>
          <a:off x="452438" y="3376613"/>
          <a:ext cx="4470317" cy="628451"/>
        </p:xfrm>
        <a:graphic>
          <a:graphicData uri="http://schemas.openxmlformats.org/drawingml/2006/table">
            <a:tbl>
              <a:tblPr/>
              <a:tblGrid>
                <a:gridCol w="4142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42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42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427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42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42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427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2347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2347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23471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</a:tblGrid>
              <a:tr h="19586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확정수량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작업수량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58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67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9765" name="직사각형 51"/>
          <p:cNvSpPr>
            <a:spLocks noChangeArrowheads="1"/>
          </p:cNvSpPr>
          <p:nvPr/>
        </p:nvSpPr>
        <p:spPr bwMode="auto">
          <a:xfrm>
            <a:off x="6792292" y="20748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9766" name="직사각형 51"/>
          <p:cNvSpPr>
            <a:spLocks noChangeArrowheads="1"/>
          </p:cNvSpPr>
          <p:nvPr/>
        </p:nvSpPr>
        <p:spPr bwMode="auto">
          <a:xfrm>
            <a:off x="7354267" y="20748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69767" name="직사각형 51"/>
          <p:cNvSpPr>
            <a:spLocks noChangeArrowheads="1"/>
          </p:cNvSpPr>
          <p:nvPr/>
        </p:nvSpPr>
        <p:spPr bwMode="auto">
          <a:xfrm>
            <a:off x="8478217" y="20748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69768" name="직사각형 51"/>
          <p:cNvSpPr>
            <a:spLocks noChangeArrowheads="1"/>
          </p:cNvSpPr>
          <p:nvPr/>
        </p:nvSpPr>
        <p:spPr bwMode="auto">
          <a:xfrm>
            <a:off x="9038605" y="207486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69769" name="직사각형 51"/>
          <p:cNvSpPr>
            <a:spLocks noChangeArrowheads="1"/>
          </p:cNvSpPr>
          <p:nvPr/>
        </p:nvSpPr>
        <p:spPr bwMode="auto">
          <a:xfrm>
            <a:off x="7916242" y="2074863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pSp>
        <p:nvGrpSpPr>
          <p:cNvPr id="69771" name="그룹 71"/>
          <p:cNvGrpSpPr>
            <a:grpSpLocks/>
          </p:cNvGrpSpPr>
          <p:nvPr/>
        </p:nvGrpSpPr>
        <p:grpSpPr bwMode="auto">
          <a:xfrm>
            <a:off x="-47625" y="1285875"/>
            <a:ext cx="2071688" cy="230188"/>
            <a:chOff x="3238492" y="1428736"/>
            <a:chExt cx="2071698" cy="230832"/>
          </a:xfrm>
        </p:grpSpPr>
        <p:sp>
          <p:nvSpPr>
            <p:cNvPr id="6986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6986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9772" name="직사각형 33"/>
          <p:cNvSpPr>
            <a:spLocks noChangeArrowheads="1"/>
          </p:cNvSpPr>
          <p:nvPr/>
        </p:nvSpPr>
        <p:spPr bwMode="auto">
          <a:xfrm>
            <a:off x="2076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773" name="직사각형 66"/>
          <p:cNvSpPr>
            <a:spLocks noChangeArrowheads="1"/>
          </p:cNvSpPr>
          <p:nvPr/>
        </p:nvSpPr>
        <p:spPr bwMode="auto">
          <a:xfrm>
            <a:off x="2273300" y="129222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9774" name="그룹 71"/>
          <p:cNvGrpSpPr>
            <a:grpSpLocks/>
          </p:cNvGrpSpPr>
          <p:nvPr/>
        </p:nvGrpSpPr>
        <p:grpSpPr bwMode="auto">
          <a:xfrm>
            <a:off x="3132138" y="1285875"/>
            <a:ext cx="2071687" cy="230188"/>
            <a:chOff x="3238492" y="1428736"/>
            <a:chExt cx="2071698" cy="230832"/>
          </a:xfrm>
        </p:grpSpPr>
        <p:sp>
          <p:nvSpPr>
            <p:cNvPr id="6986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6986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9775" name="직사각형 33"/>
          <p:cNvSpPr>
            <a:spLocks noChangeArrowheads="1"/>
          </p:cNvSpPr>
          <p:nvPr/>
        </p:nvSpPr>
        <p:spPr bwMode="auto">
          <a:xfrm>
            <a:off x="5062538" y="12874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776" name="직사각형 66"/>
          <p:cNvSpPr>
            <a:spLocks noChangeArrowheads="1"/>
          </p:cNvSpPr>
          <p:nvPr/>
        </p:nvSpPr>
        <p:spPr bwMode="auto">
          <a:xfrm>
            <a:off x="5453063" y="129222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9777" name="그룹 71"/>
          <p:cNvGrpSpPr>
            <a:grpSpLocks/>
          </p:cNvGrpSpPr>
          <p:nvPr/>
        </p:nvGrpSpPr>
        <p:grpSpPr bwMode="auto">
          <a:xfrm>
            <a:off x="6256338" y="1301750"/>
            <a:ext cx="2071687" cy="230188"/>
            <a:chOff x="3238492" y="1428736"/>
            <a:chExt cx="2071698" cy="230832"/>
          </a:xfrm>
        </p:grpSpPr>
        <p:sp>
          <p:nvSpPr>
            <p:cNvPr id="6986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세트제품</a:t>
              </a:r>
            </a:p>
          </p:txBody>
        </p:sp>
        <p:sp>
          <p:nvSpPr>
            <p:cNvPr id="6986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9778" name="직사각형 33"/>
          <p:cNvSpPr>
            <a:spLocks noChangeArrowheads="1"/>
          </p:cNvSpPr>
          <p:nvPr/>
        </p:nvSpPr>
        <p:spPr bwMode="auto">
          <a:xfrm>
            <a:off x="8399463" y="13017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779" name="직사각형 66"/>
          <p:cNvSpPr>
            <a:spLocks noChangeArrowheads="1"/>
          </p:cNvSpPr>
          <p:nvPr/>
        </p:nvSpPr>
        <p:spPr bwMode="auto">
          <a:xfrm>
            <a:off x="8596313" y="1298575"/>
            <a:ext cx="857250" cy="2174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780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9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657477"/>
              </p:ext>
            </p:extLst>
          </p:nvPr>
        </p:nvGraphicFramePr>
        <p:xfrm>
          <a:off x="436563" y="4884738"/>
          <a:ext cx="7247077" cy="704849"/>
        </p:xfrm>
        <a:graphic>
          <a:graphicData uri="http://schemas.openxmlformats.org/drawingml/2006/table">
            <a:tbl>
              <a:tblPr/>
              <a:tblGrid>
                <a:gridCol w="2876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76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1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19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99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8997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6070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8749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4248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4248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4248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4248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4248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4248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4248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4248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</a:tblGrid>
              <a:tr h="20606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구성품명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지시수량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작업수량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3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54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10000012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9847" name="직사각형 54"/>
          <p:cNvSpPr>
            <a:spLocks noChangeArrowheads="1"/>
          </p:cNvSpPr>
          <p:nvPr/>
        </p:nvSpPr>
        <p:spPr bwMode="auto">
          <a:xfrm>
            <a:off x="315913" y="4708525"/>
            <a:ext cx="9215437" cy="16049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9848" name="그룹 71"/>
          <p:cNvGrpSpPr>
            <a:grpSpLocks/>
          </p:cNvGrpSpPr>
          <p:nvPr/>
        </p:nvGrpSpPr>
        <p:grpSpPr bwMode="auto">
          <a:xfrm>
            <a:off x="3313113" y="1563688"/>
            <a:ext cx="1903412" cy="230187"/>
            <a:chOff x="3238492" y="1428736"/>
            <a:chExt cx="1903146" cy="230832"/>
          </a:xfrm>
        </p:grpSpPr>
        <p:sp>
          <p:nvSpPr>
            <p:cNvPr id="6986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69863" name="직사각형 66"/>
            <p:cNvSpPr>
              <a:spLocks noChangeArrowheads="1"/>
            </p:cNvSpPr>
            <p:nvPr/>
          </p:nvSpPr>
          <p:spPr bwMode="auto">
            <a:xfrm>
              <a:off x="4126288" y="1433502"/>
              <a:ext cx="1015350" cy="20519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9849" name="직사각형 33"/>
          <p:cNvSpPr>
            <a:spLocks noChangeArrowheads="1"/>
          </p:cNvSpPr>
          <p:nvPr/>
        </p:nvSpPr>
        <p:spPr bwMode="auto">
          <a:xfrm>
            <a:off x="5113338" y="1563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69850" name="그룹 71"/>
          <p:cNvGrpSpPr>
            <a:grpSpLocks/>
          </p:cNvGrpSpPr>
          <p:nvPr/>
        </p:nvGrpSpPr>
        <p:grpSpPr bwMode="auto">
          <a:xfrm>
            <a:off x="-15875" y="1557338"/>
            <a:ext cx="1758950" cy="230187"/>
            <a:chOff x="2990846" y="1428736"/>
            <a:chExt cx="1759820" cy="230832"/>
          </a:xfrm>
        </p:grpSpPr>
        <p:sp>
          <p:nvSpPr>
            <p:cNvPr id="69860" name="TextBox 65"/>
            <p:cNvSpPr txBox="1">
              <a:spLocks noChangeArrowheads="1"/>
            </p:cNvSpPr>
            <p:nvPr/>
          </p:nvSpPr>
          <p:spPr bwMode="auto">
            <a:xfrm>
              <a:off x="2990846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</a:p>
          </p:txBody>
        </p:sp>
        <p:sp>
          <p:nvSpPr>
            <p:cNvPr id="69861" name="직사각형 66"/>
            <p:cNvSpPr>
              <a:spLocks noChangeArrowheads="1"/>
            </p:cNvSpPr>
            <p:nvPr/>
          </p:nvSpPr>
          <p:spPr bwMode="auto">
            <a:xfrm>
              <a:off x="4030582" y="1433502"/>
              <a:ext cx="720084" cy="21186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조립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해체</a:t>
              </a:r>
            </a:p>
          </p:txBody>
        </p:sp>
      </p:grpSp>
      <p:sp>
        <p:nvSpPr>
          <p:cNvPr id="69851" name="직사각형 33"/>
          <p:cNvSpPr>
            <a:spLocks noChangeArrowheads="1"/>
          </p:cNvSpPr>
          <p:nvPr/>
        </p:nvSpPr>
        <p:spPr bwMode="auto">
          <a:xfrm>
            <a:off x="1671638" y="15573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9852" name="직사각형 51"/>
          <p:cNvSpPr>
            <a:spLocks noChangeArrowheads="1"/>
          </p:cNvSpPr>
          <p:nvPr/>
        </p:nvSpPr>
        <p:spPr bwMode="auto">
          <a:xfrm>
            <a:off x="6135067" y="2074863"/>
            <a:ext cx="587375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작업종료</a:t>
            </a:r>
          </a:p>
        </p:txBody>
      </p:sp>
      <p:sp>
        <p:nvSpPr>
          <p:cNvPr id="69853" name="직사각형 51"/>
          <p:cNvSpPr>
            <a:spLocks noChangeArrowheads="1"/>
          </p:cNvSpPr>
          <p:nvPr/>
        </p:nvSpPr>
        <p:spPr bwMode="auto">
          <a:xfrm>
            <a:off x="3872880" y="2074863"/>
            <a:ext cx="9334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작업지시서발행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854" name="직사각형 51"/>
          <p:cNvSpPr>
            <a:spLocks noChangeArrowheads="1"/>
          </p:cNvSpPr>
          <p:nvPr/>
        </p:nvSpPr>
        <p:spPr bwMode="auto">
          <a:xfrm>
            <a:off x="4880942" y="2074863"/>
            <a:ext cx="620713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라벨발행</a:t>
            </a:r>
          </a:p>
        </p:txBody>
      </p:sp>
      <p:sp>
        <p:nvSpPr>
          <p:cNvPr id="69855" name="직사각형 51"/>
          <p:cNvSpPr>
            <a:spLocks noChangeArrowheads="1"/>
          </p:cNvSpPr>
          <p:nvPr/>
        </p:nvSpPr>
        <p:spPr bwMode="auto">
          <a:xfrm>
            <a:off x="5573092" y="207486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69856" name="TextBox 55"/>
          <p:cNvSpPr txBox="1">
            <a:spLocks noChangeArrowheads="1"/>
          </p:cNvSpPr>
          <p:nvPr/>
        </p:nvSpPr>
        <p:spPr bwMode="auto">
          <a:xfrm>
            <a:off x="452438" y="4565650"/>
            <a:ext cx="1214437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구성제품 목록</a:t>
            </a:r>
          </a:p>
        </p:txBody>
      </p:sp>
      <p:sp>
        <p:nvSpPr>
          <p:cNvPr id="69857" name="TextBox 55"/>
          <p:cNvSpPr txBox="1">
            <a:spLocks noChangeArrowheads="1"/>
          </p:cNvSpPr>
          <p:nvPr/>
        </p:nvSpPr>
        <p:spPr bwMode="auto">
          <a:xfrm>
            <a:off x="487363" y="2192338"/>
            <a:ext cx="1214437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 목록</a:t>
            </a:r>
          </a:p>
        </p:txBody>
      </p:sp>
      <p:sp>
        <p:nvSpPr>
          <p:cNvPr id="69858" name="직사각형 81"/>
          <p:cNvSpPr>
            <a:spLocks noChangeArrowheads="1"/>
          </p:cNvSpPr>
          <p:nvPr/>
        </p:nvSpPr>
        <p:spPr bwMode="auto">
          <a:xfrm>
            <a:off x="6310313" y="12922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859" name="TextBox 39"/>
          <p:cNvSpPr txBox="1">
            <a:spLocks noChangeArrowheads="1"/>
          </p:cNvSpPr>
          <p:nvPr/>
        </p:nvSpPr>
        <p:spPr bwMode="auto">
          <a:xfrm>
            <a:off x="5233988" y="1285875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Box 16"/>
          <p:cNvSpPr txBox="1">
            <a:spLocks noChangeArrowheads="1"/>
          </p:cNvSpPr>
          <p:nvPr/>
        </p:nvSpPr>
        <p:spPr bwMode="auto">
          <a:xfrm>
            <a:off x="4233863" y="723900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유통가공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조립등록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731" name="직사각형 54"/>
          <p:cNvSpPr>
            <a:spLocks noChangeArrowheads="1"/>
          </p:cNvSpPr>
          <p:nvPr/>
        </p:nvSpPr>
        <p:spPr bwMode="auto">
          <a:xfrm>
            <a:off x="415925" y="1989138"/>
            <a:ext cx="9001125" cy="6477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753558"/>
              </p:ext>
            </p:extLst>
          </p:nvPr>
        </p:nvGraphicFramePr>
        <p:xfrm>
          <a:off x="454025" y="2924175"/>
          <a:ext cx="6011861" cy="1286045"/>
        </p:xfrm>
        <a:graphic>
          <a:graphicData uri="http://schemas.openxmlformats.org/drawingml/2006/table">
            <a:tbl>
              <a:tblPr/>
              <a:tblGrid>
                <a:gridCol w="2254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026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981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378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682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7591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049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0682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0682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0682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22062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구성품명</a:t>
                      </a:r>
                    </a:p>
                  </a:txBody>
                  <a:tcPr marL="7645" marR="7645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작업수량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5547" marR="5547" marT="55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5547" marR="5547" marT="55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4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26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마우스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26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스캐너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저상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  <a:tr h="2826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27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547" marR="5547" marT="55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sp>
        <p:nvSpPr>
          <p:cNvPr id="73769" name="직사각형 54"/>
          <p:cNvSpPr>
            <a:spLocks noChangeArrowheads="1"/>
          </p:cNvSpPr>
          <p:nvPr/>
        </p:nvSpPr>
        <p:spPr bwMode="auto">
          <a:xfrm>
            <a:off x="309563" y="1571625"/>
            <a:ext cx="9215437" cy="4786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377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7389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7389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3771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3772" name="직사각형 54"/>
          <p:cNvSpPr>
            <a:spLocks noChangeArrowheads="1"/>
          </p:cNvSpPr>
          <p:nvPr/>
        </p:nvSpPr>
        <p:spPr bwMode="auto">
          <a:xfrm>
            <a:off x="415925" y="2852738"/>
            <a:ext cx="9039225" cy="1728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773" name="TextBox 58"/>
          <p:cNvSpPr txBox="1">
            <a:spLocks noChangeArrowheads="1"/>
          </p:cNvSpPr>
          <p:nvPr/>
        </p:nvSpPr>
        <p:spPr bwMode="auto">
          <a:xfrm>
            <a:off x="473075" y="1863725"/>
            <a:ext cx="641350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</a:t>
            </a:r>
          </a:p>
        </p:txBody>
      </p:sp>
      <p:sp>
        <p:nvSpPr>
          <p:cNvPr id="73774" name="직사각형 51"/>
          <p:cNvSpPr>
            <a:spLocks noChangeArrowheads="1"/>
          </p:cNvSpPr>
          <p:nvPr/>
        </p:nvSpPr>
        <p:spPr bwMode="auto">
          <a:xfrm>
            <a:off x="8624888" y="1700213"/>
            <a:ext cx="358775" cy="21590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73775" name="직사각형 51"/>
          <p:cNvSpPr>
            <a:spLocks noChangeArrowheads="1"/>
          </p:cNvSpPr>
          <p:nvPr/>
        </p:nvSpPr>
        <p:spPr bwMode="auto">
          <a:xfrm>
            <a:off x="9056688" y="1700213"/>
            <a:ext cx="360362" cy="21590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796152"/>
              </p:ext>
            </p:extLst>
          </p:nvPr>
        </p:nvGraphicFramePr>
        <p:xfrm>
          <a:off x="488950" y="4964113"/>
          <a:ext cx="4319586" cy="530228"/>
        </p:xfrm>
        <a:graphic>
          <a:graphicData uri="http://schemas.openxmlformats.org/drawingml/2006/table">
            <a:tbl>
              <a:tblPr/>
              <a:tblGrid>
                <a:gridCol w="2537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11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76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811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82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8233">
                  <a:extLst>
                    <a:ext uri="{9D8B030D-6E8A-4147-A177-3AD203B41FA5}">
                      <a16:colId xmlns:a16="http://schemas.microsoft.com/office/drawing/2014/main" xmlns="" val="3598753068"/>
                    </a:ext>
                  </a:extLst>
                </a:gridCol>
                <a:gridCol w="50823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4470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176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447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14666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3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01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3808" name="직사각형 54"/>
          <p:cNvSpPr>
            <a:spLocks noChangeArrowheads="1"/>
          </p:cNvSpPr>
          <p:nvPr/>
        </p:nvSpPr>
        <p:spPr bwMode="auto">
          <a:xfrm>
            <a:off x="415925" y="4895850"/>
            <a:ext cx="4465638" cy="14128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809" name="TextBox 58"/>
          <p:cNvSpPr txBox="1">
            <a:spLocks noChangeArrowheads="1"/>
          </p:cNvSpPr>
          <p:nvPr/>
        </p:nvSpPr>
        <p:spPr bwMode="auto">
          <a:xfrm>
            <a:off x="481013" y="4724400"/>
            <a:ext cx="1231900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구성제품재고 목록</a:t>
            </a:r>
          </a:p>
        </p:txBody>
      </p:sp>
      <p:grpSp>
        <p:nvGrpSpPr>
          <p:cNvPr id="73810" name="그룹 71"/>
          <p:cNvGrpSpPr>
            <a:grpSpLocks/>
          </p:cNvGrpSpPr>
          <p:nvPr/>
        </p:nvGrpSpPr>
        <p:grpSpPr bwMode="auto">
          <a:xfrm>
            <a:off x="482600" y="2060575"/>
            <a:ext cx="1576388" cy="230188"/>
            <a:chOff x="3238492" y="1428736"/>
            <a:chExt cx="1576198" cy="230832"/>
          </a:xfrm>
        </p:grpSpPr>
        <p:sp>
          <p:nvSpPr>
            <p:cNvPr id="7389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세트제품</a:t>
              </a:r>
            </a:p>
          </p:txBody>
        </p:sp>
        <p:sp>
          <p:nvSpPr>
            <p:cNvPr id="73893" name="직사각형 66"/>
            <p:cNvSpPr>
              <a:spLocks noChangeArrowheads="1"/>
            </p:cNvSpPr>
            <p:nvPr/>
          </p:nvSpPr>
          <p:spPr bwMode="auto">
            <a:xfrm>
              <a:off x="3814564" y="1433501"/>
              <a:ext cx="1000126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3811" name="직사각형 33"/>
          <p:cNvSpPr>
            <a:spLocks noChangeArrowheads="1"/>
          </p:cNvSpPr>
          <p:nvPr/>
        </p:nvSpPr>
        <p:spPr bwMode="auto">
          <a:xfrm>
            <a:off x="2085975" y="20542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812" name="직사각형 66"/>
          <p:cNvSpPr>
            <a:spLocks noChangeArrowheads="1"/>
          </p:cNvSpPr>
          <p:nvPr/>
        </p:nvSpPr>
        <p:spPr bwMode="auto">
          <a:xfrm>
            <a:off x="2282825" y="20510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3813" name="그룹 71"/>
          <p:cNvGrpSpPr>
            <a:grpSpLocks/>
          </p:cNvGrpSpPr>
          <p:nvPr/>
        </p:nvGrpSpPr>
        <p:grpSpPr bwMode="auto">
          <a:xfrm>
            <a:off x="5667375" y="2051050"/>
            <a:ext cx="1071563" cy="230188"/>
            <a:chOff x="3238492" y="1428736"/>
            <a:chExt cx="1071566" cy="230832"/>
          </a:xfrm>
        </p:grpSpPr>
        <p:sp>
          <p:nvSpPr>
            <p:cNvPr id="7389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단위</a:t>
              </a:r>
            </a:p>
          </p:txBody>
        </p:sp>
        <p:sp>
          <p:nvSpPr>
            <p:cNvPr id="73891" name="직사각형 66"/>
            <p:cNvSpPr>
              <a:spLocks noChangeArrowheads="1"/>
            </p:cNvSpPr>
            <p:nvPr/>
          </p:nvSpPr>
          <p:spPr bwMode="auto">
            <a:xfrm>
              <a:off x="3814564" y="1433501"/>
              <a:ext cx="445764" cy="22141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3814" name="그룹 71"/>
          <p:cNvGrpSpPr>
            <a:grpSpLocks/>
          </p:cNvGrpSpPr>
          <p:nvPr/>
        </p:nvGrpSpPr>
        <p:grpSpPr bwMode="auto">
          <a:xfrm>
            <a:off x="6689725" y="2060575"/>
            <a:ext cx="1071563" cy="230188"/>
            <a:chOff x="3238492" y="1428736"/>
            <a:chExt cx="1071566" cy="230832"/>
          </a:xfrm>
        </p:grpSpPr>
        <p:sp>
          <p:nvSpPr>
            <p:cNvPr id="7388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입수</a:t>
              </a:r>
            </a:p>
          </p:txBody>
        </p:sp>
        <p:sp>
          <p:nvSpPr>
            <p:cNvPr id="73889" name="직사각형 66"/>
            <p:cNvSpPr>
              <a:spLocks noChangeArrowheads="1"/>
            </p:cNvSpPr>
            <p:nvPr/>
          </p:nvSpPr>
          <p:spPr bwMode="auto">
            <a:xfrm>
              <a:off x="3662556" y="1442940"/>
              <a:ext cx="517778" cy="2119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xtLst/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3815" name="그룹 71"/>
          <p:cNvGrpSpPr>
            <a:grpSpLocks/>
          </p:cNvGrpSpPr>
          <p:nvPr/>
        </p:nvGrpSpPr>
        <p:grpSpPr bwMode="auto">
          <a:xfrm>
            <a:off x="7697791" y="2060575"/>
            <a:ext cx="1575691" cy="230188"/>
            <a:chOff x="3238492" y="1428736"/>
            <a:chExt cx="1575501" cy="230832"/>
          </a:xfrm>
        </p:grpSpPr>
        <p:sp>
          <p:nvSpPr>
            <p:cNvPr id="7388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작업수량</a:t>
              </a:r>
            </a:p>
          </p:txBody>
        </p:sp>
        <p:sp>
          <p:nvSpPr>
            <p:cNvPr id="73887" name="직사각형 66"/>
            <p:cNvSpPr>
              <a:spLocks noChangeArrowheads="1"/>
            </p:cNvSpPr>
            <p:nvPr/>
          </p:nvSpPr>
          <p:spPr bwMode="auto">
            <a:xfrm>
              <a:off x="3914101" y="1433501"/>
              <a:ext cx="89989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3816" name="TextBox 58"/>
          <p:cNvSpPr txBox="1">
            <a:spLocks noChangeArrowheads="1"/>
          </p:cNvSpPr>
          <p:nvPr/>
        </p:nvSpPr>
        <p:spPr bwMode="auto">
          <a:xfrm>
            <a:off x="463550" y="2674938"/>
            <a:ext cx="928688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구성제품 목록</a:t>
            </a:r>
          </a:p>
        </p:txBody>
      </p:sp>
      <p:grpSp>
        <p:nvGrpSpPr>
          <p:cNvPr id="73817" name="그룹 71"/>
          <p:cNvGrpSpPr>
            <a:grpSpLocks/>
          </p:cNvGrpSpPr>
          <p:nvPr/>
        </p:nvGrpSpPr>
        <p:grpSpPr bwMode="auto">
          <a:xfrm>
            <a:off x="488950" y="2349500"/>
            <a:ext cx="2794000" cy="230188"/>
            <a:chOff x="3238492" y="1428736"/>
            <a:chExt cx="3816449" cy="230832"/>
          </a:xfrm>
        </p:grpSpPr>
        <p:sp>
          <p:nvSpPr>
            <p:cNvPr id="7388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</a:p>
          </p:txBody>
        </p:sp>
        <p:sp>
          <p:nvSpPr>
            <p:cNvPr id="73885" name="직사각형 66"/>
            <p:cNvSpPr>
              <a:spLocks noChangeArrowheads="1"/>
            </p:cNvSpPr>
            <p:nvPr/>
          </p:nvSpPr>
          <p:spPr bwMode="auto">
            <a:xfrm>
              <a:off x="4016795" y="1433501"/>
              <a:ext cx="3038146" cy="22606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3819" name="직사각형 33"/>
          <p:cNvSpPr>
            <a:spLocks noChangeArrowheads="1"/>
          </p:cNvSpPr>
          <p:nvPr/>
        </p:nvSpPr>
        <p:spPr bwMode="auto">
          <a:xfrm>
            <a:off x="6545263" y="20605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73820" name="그룹 71"/>
          <p:cNvGrpSpPr>
            <a:grpSpLocks/>
          </p:cNvGrpSpPr>
          <p:nvPr/>
        </p:nvGrpSpPr>
        <p:grpSpPr bwMode="auto">
          <a:xfrm>
            <a:off x="3302000" y="2051050"/>
            <a:ext cx="1146175" cy="230188"/>
            <a:chOff x="3238492" y="1428736"/>
            <a:chExt cx="1146803" cy="230832"/>
          </a:xfrm>
        </p:grpSpPr>
        <p:sp>
          <p:nvSpPr>
            <p:cNvPr id="7388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규격</a:t>
              </a:r>
            </a:p>
          </p:txBody>
        </p:sp>
        <p:sp>
          <p:nvSpPr>
            <p:cNvPr id="73881" name="직사각형 66"/>
            <p:cNvSpPr>
              <a:spLocks noChangeArrowheads="1"/>
            </p:cNvSpPr>
            <p:nvPr/>
          </p:nvSpPr>
          <p:spPr bwMode="auto">
            <a:xfrm>
              <a:off x="3814564" y="1433501"/>
              <a:ext cx="570731" cy="2214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xtLst/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3821" name="그룹 75"/>
          <p:cNvGrpSpPr>
            <a:grpSpLocks/>
          </p:cNvGrpSpPr>
          <p:nvPr/>
        </p:nvGrpSpPr>
        <p:grpSpPr bwMode="auto">
          <a:xfrm>
            <a:off x="4448175" y="2060575"/>
            <a:ext cx="1147763" cy="230188"/>
            <a:chOff x="3238492" y="1428736"/>
            <a:chExt cx="1146803" cy="230832"/>
          </a:xfrm>
        </p:grpSpPr>
        <p:sp>
          <p:nvSpPr>
            <p:cNvPr id="7387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73879" name="직사각형 66"/>
            <p:cNvSpPr>
              <a:spLocks noChangeArrowheads="1"/>
            </p:cNvSpPr>
            <p:nvPr/>
          </p:nvSpPr>
          <p:spPr bwMode="auto">
            <a:xfrm>
              <a:off x="3814564" y="1433501"/>
              <a:ext cx="570731" cy="22141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xtLst/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3822" name="직사각형 54"/>
          <p:cNvSpPr>
            <a:spLocks noChangeArrowheads="1"/>
          </p:cNvSpPr>
          <p:nvPr/>
        </p:nvSpPr>
        <p:spPr bwMode="auto">
          <a:xfrm>
            <a:off x="5168900" y="4868863"/>
            <a:ext cx="4248150" cy="14128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823" name="TextBox 58"/>
          <p:cNvSpPr txBox="1">
            <a:spLocks noChangeArrowheads="1"/>
          </p:cNvSpPr>
          <p:nvPr/>
        </p:nvSpPr>
        <p:spPr bwMode="auto">
          <a:xfrm>
            <a:off x="5233987" y="4697413"/>
            <a:ext cx="1231899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구성제품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LOC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73824" name="직사각형 33"/>
          <p:cNvSpPr>
            <a:spLocks noChangeArrowheads="1"/>
          </p:cNvSpPr>
          <p:nvPr/>
        </p:nvSpPr>
        <p:spPr bwMode="auto">
          <a:xfrm>
            <a:off x="4953000" y="52292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◀</a:t>
            </a:r>
          </a:p>
        </p:txBody>
      </p:sp>
      <p:sp>
        <p:nvSpPr>
          <p:cNvPr id="73825" name="직사각형 33"/>
          <p:cNvSpPr>
            <a:spLocks noChangeArrowheads="1"/>
          </p:cNvSpPr>
          <p:nvPr/>
        </p:nvSpPr>
        <p:spPr bwMode="auto">
          <a:xfrm>
            <a:off x="4953000" y="55895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</a:p>
        </p:txBody>
      </p:sp>
      <p:grpSp>
        <p:nvGrpSpPr>
          <p:cNvPr id="73826" name="그룹 71"/>
          <p:cNvGrpSpPr>
            <a:grpSpLocks/>
          </p:cNvGrpSpPr>
          <p:nvPr/>
        </p:nvGrpSpPr>
        <p:grpSpPr bwMode="auto">
          <a:xfrm>
            <a:off x="6643688" y="4613275"/>
            <a:ext cx="1928812" cy="230188"/>
            <a:chOff x="2666970" y="1428735"/>
            <a:chExt cx="1928837" cy="231478"/>
          </a:xfrm>
        </p:grpSpPr>
        <p:sp>
          <p:nvSpPr>
            <p:cNvPr id="73876" name="TextBox 65"/>
            <p:cNvSpPr txBox="1">
              <a:spLocks noChangeArrowheads="1"/>
            </p:cNvSpPr>
            <p:nvPr/>
          </p:nvSpPr>
          <p:spPr bwMode="auto">
            <a:xfrm>
              <a:off x="2666970" y="1428735"/>
              <a:ext cx="1643088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합계수량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총량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낱개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87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285742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3827" name="직사각형 66"/>
          <p:cNvSpPr>
            <a:spLocks noChangeArrowheads="1"/>
          </p:cNvSpPr>
          <p:nvPr/>
        </p:nvSpPr>
        <p:spPr bwMode="auto">
          <a:xfrm>
            <a:off x="8715375" y="4614863"/>
            <a:ext cx="285750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828" name="직사각형 66"/>
          <p:cNvSpPr>
            <a:spLocks noChangeArrowheads="1"/>
          </p:cNvSpPr>
          <p:nvPr/>
        </p:nvSpPr>
        <p:spPr bwMode="auto">
          <a:xfrm>
            <a:off x="9144000" y="4616450"/>
            <a:ext cx="285750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599529"/>
              </p:ext>
            </p:extLst>
          </p:nvPr>
        </p:nvGraphicFramePr>
        <p:xfrm>
          <a:off x="5233988" y="4956175"/>
          <a:ext cx="4111626" cy="611212"/>
        </p:xfrm>
        <a:graphic>
          <a:graphicData uri="http://schemas.openxmlformats.org/drawingml/2006/table">
            <a:tbl>
              <a:tblPr/>
              <a:tblGrid>
                <a:gridCol w="21866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94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19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919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919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9199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9199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9199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9199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5338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6005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36005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8804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8804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1466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구성품명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지시수량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430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02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2" name="직사각형 33"/>
          <p:cNvSpPr>
            <a:spLocks noChangeArrowheads="1"/>
          </p:cNvSpPr>
          <p:nvPr/>
        </p:nvSpPr>
        <p:spPr bwMode="auto">
          <a:xfrm>
            <a:off x="5452564" y="206201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Box 16"/>
          <p:cNvSpPr txBox="1">
            <a:spLocks noChangeArrowheads="1"/>
          </p:cNvSpPr>
          <p:nvPr/>
        </p:nvSpPr>
        <p:spPr bwMode="auto">
          <a:xfrm>
            <a:off x="4233863" y="723900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유통가공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해체등록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779" name="직사각형 54"/>
          <p:cNvSpPr>
            <a:spLocks noChangeArrowheads="1"/>
          </p:cNvSpPr>
          <p:nvPr/>
        </p:nvSpPr>
        <p:spPr bwMode="auto">
          <a:xfrm>
            <a:off x="415925" y="2060575"/>
            <a:ext cx="9001125" cy="6477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780" name="직사각형 54"/>
          <p:cNvSpPr>
            <a:spLocks noChangeArrowheads="1"/>
          </p:cNvSpPr>
          <p:nvPr/>
        </p:nvSpPr>
        <p:spPr bwMode="auto">
          <a:xfrm>
            <a:off x="309563" y="1571625"/>
            <a:ext cx="9215437" cy="4786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5781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7588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7589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5782" name="직사각형 33"/>
          <p:cNvSpPr>
            <a:spLocks noChangeArrowheads="1"/>
          </p:cNvSpPr>
          <p:nvPr/>
        </p:nvSpPr>
        <p:spPr bwMode="auto">
          <a:xfrm>
            <a:off x="2309813" y="10001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5783" name="직사각형 54"/>
          <p:cNvSpPr>
            <a:spLocks noChangeArrowheads="1"/>
          </p:cNvSpPr>
          <p:nvPr/>
        </p:nvSpPr>
        <p:spPr bwMode="auto">
          <a:xfrm>
            <a:off x="377825" y="4686300"/>
            <a:ext cx="9039225" cy="15843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784" name="TextBox 58"/>
          <p:cNvSpPr txBox="1">
            <a:spLocks noChangeArrowheads="1"/>
          </p:cNvSpPr>
          <p:nvPr/>
        </p:nvSpPr>
        <p:spPr bwMode="auto">
          <a:xfrm>
            <a:off x="473074" y="1935163"/>
            <a:ext cx="1008172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 목록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394712"/>
              </p:ext>
            </p:extLst>
          </p:nvPr>
        </p:nvGraphicFramePr>
        <p:xfrm>
          <a:off x="488950" y="3041650"/>
          <a:ext cx="6624290" cy="675382"/>
        </p:xfrm>
        <a:graphic>
          <a:graphicData uri="http://schemas.openxmlformats.org/drawingml/2006/table">
            <a:tbl>
              <a:tblPr/>
              <a:tblGrid>
                <a:gridCol w="2924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5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1798053609"/>
                    </a:ext>
                  </a:extLst>
                </a:gridCol>
                <a:gridCol w="493610">
                  <a:extLst>
                    <a:ext uri="{9D8B030D-6E8A-4147-A177-3AD203B41FA5}">
                      <a16:colId xmlns:a16="http://schemas.microsoft.com/office/drawing/2014/main" xmlns="" val="585749855"/>
                    </a:ext>
                  </a:extLst>
                </a:gridCol>
              </a:tblGrid>
              <a:tr h="208473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출고로케이션</a:t>
                      </a: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굴림"/>
                      </a:endParaRPr>
                    </a:p>
                  </a:txBody>
                  <a:tcPr marL="5547" marR="5547" marT="554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굴림"/>
                      </a:endParaRPr>
                    </a:p>
                  </a:txBody>
                  <a:tcPr marL="5547" marR="5547" marT="554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지시수량</a:t>
                      </a: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굴림"/>
                      </a:endParaRPr>
                    </a:p>
                  </a:txBody>
                  <a:tcPr marL="5547" marR="5547" marT="554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굴림"/>
                      </a:endParaRPr>
                    </a:p>
                  </a:txBody>
                  <a:tcPr marL="5547" marR="5547" marT="5546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제조</a:t>
                      </a:r>
                      <a:r>
                        <a:rPr lang="en-US" altLang="ko-KR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LOT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LOT ID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PALLET ID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84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4" marR="9524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84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546" marR="5546" marT="554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5828" name="직사각형 54"/>
          <p:cNvSpPr>
            <a:spLocks noChangeArrowheads="1"/>
          </p:cNvSpPr>
          <p:nvPr/>
        </p:nvSpPr>
        <p:spPr bwMode="auto">
          <a:xfrm>
            <a:off x="415925" y="2952750"/>
            <a:ext cx="9001125" cy="148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829" name="TextBox 58"/>
          <p:cNvSpPr txBox="1">
            <a:spLocks noChangeArrowheads="1"/>
          </p:cNvSpPr>
          <p:nvPr/>
        </p:nvSpPr>
        <p:spPr bwMode="auto">
          <a:xfrm>
            <a:off x="481013" y="2781300"/>
            <a:ext cx="1231900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LOC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75830" name="직사각형 51"/>
          <p:cNvSpPr>
            <a:spLocks noChangeArrowheads="1"/>
          </p:cNvSpPr>
          <p:nvPr/>
        </p:nvSpPr>
        <p:spPr bwMode="auto">
          <a:xfrm>
            <a:off x="8804384" y="179410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pSp>
        <p:nvGrpSpPr>
          <p:cNvPr id="75833" name="그룹 71"/>
          <p:cNvGrpSpPr>
            <a:grpSpLocks/>
          </p:cNvGrpSpPr>
          <p:nvPr/>
        </p:nvGrpSpPr>
        <p:grpSpPr bwMode="auto">
          <a:xfrm>
            <a:off x="482600" y="2133600"/>
            <a:ext cx="1576388" cy="230188"/>
            <a:chOff x="3238492" y="1428736"/>
            <a:chExt cx="1576198" cy="230832"/>
          </a:xfrm>
        </p:grpSpPr>
        <p:sp>
          <p:nvSpPr>
            <p:cNvPr id="7588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세트제품</a:t>
              </a:r>
            </a:p>
          </p:txBody>
        </p:sp>
        <p:sp>
          <p:nvSpPr>
            <p:cNvPr id="75888" name="직사각형 66"/>
            <p:cNvSpPr>
              <a:spLocks noChangeArrowheads="1"/>
            </p:cNvSpPr>
            <p:nvPr/>
          </p:nvSpPr>
          <p:spPr bwMode="auto">
            <a:xfrm>
              <a:off x="3814564" y="1433501"/>
              <a:ext cx="1000126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5834" name="직사각형 33"/>
          <p:cNvSpPr>
            <a:spLocks noChangeArrowheads="1"/>
          </p:cNvSpPr>
          <p:nvPr/>
        </p:nvSpPr>
        <p:spPr bwMode="auto">
          <a:xfrm>
            <a:off x="2085975" y="21272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835" name="직사각형 66"/>
          <p:cNvSpPr>
            <a:spLocks noChangeArrowheads="1"/>
          </p:cNvSpPr>
          <p:nvPr/>
        </p:nvSpPr>
        <p:spPr bwMode="auto">
          <a:xfrm>
            <a:off x="2282825" y="2124075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5836" name="그룹 71"/>
          <p:cNvGrpSpPr>
            <a:grpSpLocks/>
          </p:cNvGrpSpPr>
          <p:nvPr/>
        </p:nvGrpSpPr>
        <p:grpSpPr bwMode="auto">
          <a:xfrm>
            <a:off x="3278188" y="2124075"/>
            <a:ext cx="1071562" cy="230188"/>
            <a:chOff x="3238492" y="1428736"/>
            <a:chExt cx="1071566" cy="230832"/>
          </a:xfrm>
        </p:grpSpPr>
        <p:sp>
          <p:nvSpPr>
            <p:cNvPr id="7588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단위</a:t>
              </a:r>
            </a:p>
          </p:txBody>
        </p:sp>
        <p:sp>
          <p:nvSpPr>
            <p:cNvPr id="75886" name="직사각형 66"/>
            <p:cNvSpPr>
              <a:spLocks noChangeArrowheads="1"/>
            </p:cNvSpPr>
            <p:nvPr/>
          </p:nvSpPr>
          <p:spPr bwMode="auto">
            <a:xfrm>
              <a:off x="3814564" y="1433501"/>
              <a:ext cx="445764" cy="22141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837" name="그룹 71"/>
          <p:cNvGrpSpPr>
            <a:grpSpLocks/>
          </p:cNvGrpSpPr>
          <p:nvPr/>
        </p:nvGrpSpPr>
        <p:grpSpPr bwMode="auto">
          <a:xfrm>
            <a:off x="4298950" y="2133600"/>
            <a:ext cx="1071563" cy="230188"/>
            <a:chOff x="3238492" y="1428736"/>
            <a:chExt cx="1071566" cy="230832"/>
          </a:xfrm>
        </p:grpSpPr>
        <p:sp>
          <p:nvSpPr>
            <p:cNvPr id="7588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입수</a:t>
              </a:r>
            </a:p>
          </p:txBody>
        </p:sp>
        <p:sp>
          <p:nvSpPr>
            <p:cNvPr id="75884" name="직사각형 66"/>
            <p:cNvSpPr>
              <a:spLocks noChangeArrowheads="1"/>
            </p:cNvSpPr>
            <p:nvPr/>
          </p:nvSpPr>
          <p:spPr bwMode="auto">
            <a:xfrm>
              <a:off x="3662556" y="1442940"/>
              <a:ext cx="517778" cy="2119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xtLst/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838" name="그룹 71"/>
          <p:cNvGrpSpPr>
            <a:grpSpLocks/>
          </p:cNvGrpSpPr>
          <p:nvPr/>
        </p:nvGrpSpPr>
        <p:grpSpPr bwMode="auto">
          <a:xfrm>
            <a:off x="5307015" y="2133600"/>
            <a:ext cx="1662210" cy="230188"/>
            <a:chOff x="3238492" y="1428736"/>
            <a:chExt cx="1662010" cy="230832"/>
          </a:xfrm>
        </p:grpSpPr>
        <p:sp>
          <p:nvSpPr>
            <p:cNvPr id="7588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작업수량</a:t>
              </a:r>
            </a:p>
          </p:txBody>
        </p:sp>
        <p:sp>
          <p:nvSpPr>
            <p:cNvPr id="75882" name="직사각형 66"/>
            <p:cNvSpPr>
              <a:spLocks noChangeArrowheads="1"/>
            </p:cNvSpPr>
            <p:nvPr/>
          </p:nvSpPr>
          <p:spPr bwMode="auto">
            <a:xfrm>
              <a:off x="3900376" y="1433501"/>
              <a:ext cx="1000126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5839" name="TextBox 58"/>
          <p:cNvSpPr txBox="1">
            <a:spLocks noChangeArrowheads="1"/>
          </p:cNvSpPr>
          <p:nvPr/>
        </p:nvSpPr>
        <p:spPr bwMode="auto">
          <a:xfrm>
            <a:off x="425450" y="4508500"/>
            <a:ext cx="928688" cy="2308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구성제품 목록</a:t>
            </a:r>
          </a:p>
        </p:txBody>
      </p:sp>
      <p:grpSp>
        <p:nvGrpSpPr>
          <p:cNvPr id="75840" name="그룹 71"/>
          <p:cNvGrpSpPr>
            <a:grpSpLocks/>
          </p:cNvGrpSpPr>
          <p:nvPr/>
        </p:nvGrpSpPr>
        <p:grpSpPr bwMode="auto">
          <a:xfrm>
            <a:off x="488950" y="2420938"/>
            <a:ext cx="3816350" cy="230187"/>
            <a:chOff x="3238492" y="1428736"/>
            <a:chExt cx="3816449" cy="230832"/>
          </a:xfrm>
        </p:grpSpPr>
        <p:sp>
          <p:nvSpPr>
            <p:cNvPr id="7587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</a:p>
          </p:txBody>
        </p:sp>
        <p:sp>
          <p:nvSpPr>
            <p:cNvPr id="75880" name="직사각형 66"/>
            <p:cNvSpPr>
              <a:spLocks noChangeArrowheads="1"/>
            </p:cNvSpPr>
            <p:nvPr/>
          </p:nvSpPr>
          <p:spPr bwMode="auto">
            <a:xfrm>
              <a:off x="3814564" y="1433501"/>
              <a:ext cx="3240377" cy="22606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706870"/>
              </p:ext>
            </p:extLst>
          </p:nvPr>
        </p:nvGraphicFramePr>
        <p:xfrm>
          <a:off x="455613" y="4770438"/>
          <a:ext cx="4914898" cy="530228"/>
        </p:xfrm>
        <a:graphic>
          <a:graphicData uri="http://schemas.openxmlformats.org/drawingml/2006/table">
            <a:tbl>
              <a:tblPr/>
              <a:tblGrid>
                <a:gridCol w="3416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78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5616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14666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구성품코드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구성품명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구성품수량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작업수량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33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525" marR="9525" marT="951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01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1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7" name="직사각형 33"/>
          <p:cNvSpPr>
            <a:spLocks noChangeArrowheads="1"/>
          </p:cNvSpPr>
          <p:nvPr/>
        </p:nvSpPr>
        <p:spPr bwMode="auto">
          <a:xfrm>
            <a:off x="4146882" y="213531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8" name="직사각형 51"/>
          <p:cNvSpPr>
            <a:spLocks noChangeArrowheads="1"/>
          </p:cNvSpPr>
          <p:nvPr/>
        </p:nvSpPr>
        <p:spPr bwMode="auto">
          <a:xfrm>
            <a:off x="8364646" y="1781969"/>
            <a:ext cx="358775" cy="21590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세트조립지시서</a:t>
            </a:r>
          </a:p>
        </p:txBody>
      </p:sp>
      <p:sp>
        <p:nvSpPr>
          <p:cNvPr id="77827" name="직사각형 54"/>
          <p:cNvSpPr>
            <a:spLocks noChangeArrowheads="1"/>
          </p:cNvSpPr>
          <p:nvPr/>
        </p:nvSpPr>
        <p:spPr bwMode="auto">
          <a:xfrm>
            <a:off x="344488" y="1700213"/>
            <a:ext cx="9215437" cy="4657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2122" name="Group 138"/>
          <p:cNvGraphicFramePr>
            <a:graphicFrameLocks noGrp="1"/>
          </p:cNvGraphicFramePr>
          <p:nvPr/>
        </p:nvGraphicFramePr>
        <p:xfrm>
          <a:off x="415925" y="3429000"/>
          <a:ext cx="9001126" cy="627063"/>
        </p:xfrm>
        <a:graphic>
          <a:graphicData uri="http://schemas.openxmlformats.org/drawingml/2006/table">
            <a:tbl>
              <a:tblPr/>
              <a:tblGrid>
                <a:gridCol w="86078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07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729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8660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04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5043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555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5383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5033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5373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55454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5027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7871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출력자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872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42035" name="Text Box 51"/>
          <p:cNvSpPr txBox="1">
            <a:spLocks noChangeArrowheads="1"/>
          </p:cNvSpPr>
          <p:nvPr/>
        </p:nvSpPr>
        <p:spPr bwMode="auto">
          <a:xfrm>
            <a:off x="3952875" y="1844675"/>
            <a:ext cx="1831975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세트조립지시서</a:t>
            </a:r>
          </a:p>
        </p:txBody>
      </p:sp>
      <p:sp>
        <p:nvSpPr>
          <p:cNvPr id="77874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출력일시</a:t>
            </a:r>
          </a:p>
        </p:txBody>
      </p:sp>
      <p:sp>
        <p:nvSpPr>
          <p:cNvPr id="77875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77876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sp>
        <p:nvSpPr>
          <p:cNvPr id="77877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</a:p>
        </p:txBody>
      </p:sp>
      <p:sp>
        <p:nvSpPr>
          <p:cNvPr id="77878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Group 138"/>
          <p:cNvGraphicFramePr>
            <a:graphicFrameLocks noGrp="1"/>
          </p:cNvGraphicFramePr>
          <p:nvPr/>
        </p:nvGraphicFramePr>
        <p:xfrm>
          <a:off x="414338" y="4691063"/>
          <a:ext cx="9002711" cy="627063"/>
        </p:xfrm>
        <a:graphic>
          <a:graphicData uri="http://schemas.openxmlformats.org/drawingml/2006/table">
            <a:tbl>
              <a:tblPr/>
              <a:tblGrid>
                <a:gridCol w="7385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85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41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612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877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99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2940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2940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85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672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5669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7769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7585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7218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출고로케이션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7928" name="직사각형 54"/>
          <p:cNvSpPr>
            <a:spLocks noChangeArrowheads="1"/>
          </p:cNvSpPr>
          <p:nvPr/>
        </p:nvSpPr>
        <p:spPr bwMode="auto">
          <a:xfrm>
            <a:off x="381000" y="3214688"/>
            <a:ext cx="9144000" cy="1143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929" name="TextBox 55"/>
          <p:cNvSpPr txBox="1">
            <a:spLocks noChangeArrowheads="1"/>
          </p:cNvSpPr>
          <p:nvPr/>
        </p:nvSpPr>
        <p:spPr bwMode="auto">
          <a:xfrm>
            <a:off x="533400" y="3109913"/>
            <a:ext cx="1292225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 목록</a:t>
            </a:r>
          </a:p>
        </p:txBody>
      </p:sp>
      <p:sp>
        <p:nvSpPr>
          <p:cNvPr id="77930" name="직사각형 54"/>
          <p:cNvSpPr>
            <a:spLocks noChangeArrowheads="1"/>
          </p:cNvSpPr>
          <p:nvPr/>
        </p:nvSpPr>
        <p:spPr bwMode="auto">
          <a:xfrm>
            <a:off x="381000" y="4476750"/>
            <a:ext cx="9144000" cy="9286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931" name="TextBox 55"/>
          <p:cNvSpPr txBox="1">
            <a:spLocks noChangeArrowheads="1"/>
          </p:cNvSpPr>
          <p:nvPr/>
        </p:nvSpPr>
        <p:spPr bwMode="auto">
          <a:xfrm>
            <a:off x="549275" y="4367213"/>
            <a:ext cx="129063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구성제품 목록</a:t>
            </a:r>
          </a:p>
        </p:txBody>
      </p:sp>
      <p:graphicFrame>
        <p:nvGraphicFramePr>
          <p:cNvPr id="18" name="Group 138"/>
          <p:cNvGraphicFramePr>
            <a:graphicFrameLocks noGrp="1"/>
          </p:cNvGraphicFramePr>
          <p:nvPr/>
        </p:nvGraphicFramePr>
        <p:xfrm>
          <a:off x="7667625" y="5572125"/>
          <a:ext cx="1825626" cy="642938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73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77943" name="TextBox 65"/>
          <p:cNvSpPr txBox="1">
            <a:spLocks noChangeArrowheads="1"/>
          </p:cNvSpPr>
          <p:nvPr/>
        </p:nvSpPr>
        <p:spPr bwMode="auto">
          <a:xfrm>
            <a:off x="398463" y="4089400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세트해체지시서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875" name="직사각형 54"/>
          <p:cNvSpPr>
            <a:spLocks noChangeArrowheads="1"/>
          </p:cNvSpPr>
          <p:nvPr/>
        </p:nvSpPr>
        <p:spPr bwMode="auto">
          <a:xfrm>
            <a:off x="344488" y="1700213"/>
            <a:ext cx="9215437" cy="46577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2122" name="Group 138"/>
          <p:cNvGraphicFramePr>
            <a:graphicFrameLocks noGrp="1"/>
          </p:cNvGraphicFramePr>
          <p:nvPr/>
        </p:nvGraphicFramePr>
        <p:xfrm>
          <a:off x="415925" y="3429000"/>
          <a:ext cx="9109074" cy="627063"/>
        </p:xfrm>
        <a:graphic>
          <a:graphicData uri="http://schemas.openxmlformats.org/drawingml/2006/table">
            <a:tbl>
              <a:tblPr/>
              <a:tblGrid>
                <a:gridCol w="8071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0719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80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546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9855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9682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0867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0694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1015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2027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2027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1681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세트명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출고로케이션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9922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출력자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923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42035" name="Text Box 51"/>
          <p:cNvSpPr txBox="1">
            <a:spLocks noChangeArrowheads="1"/>
          </p:cNvSpPr>
          <p:nvPr/>
        </p:nvSpPr>
        <p:spPr bwMode="auto">
          <a:xfrm>
            <a:off x="3952875" y="1844675"/>
            <a:ext cx="1831975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세트해체지시서</a:t>
            </a:r>
          </a:p>
        </p:txBody>
      </p:sp>
      <p:sp>
        <p:nvSpPr>
          <p:cNvPr id="79925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출력일시</a:t>
            </a:r>
          </a:p>
        </p:txBody>
      </p:sp>
      <p:sp>
        <p:nvSpPr>
          <p:cNvPr id="79926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79927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sp>
        <p:nvSpPr>
          <p:cNvPr id="79928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</a:p>
        </p:txBody>
      </p:sp>
      <p:sp>
        <p:nvSpPr>
          <p:cNvPr id="79929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" name="Group 138"/>
          <p:cNvGraphicFramePr>
            <a:graphicFrameLocks noGrp="1"/>
          </p:cNvGraphicFramePr>
          <p:nvPr/>
        </p:nvGraphicFramePr>
        <p:xfrm>
          <a:off x="414338" y="4691063"/>
          <a:ext cx="9110660" cy="627063"/>
        </p:xfrm>
        <a:graphic>
          <a:graphicData uri="http://schemas.openxmlformats.org/drawingml/2006/table">
            <a:tbl>
              <a:tblPr/>
              <a:tblGrid>
                <a:gridCol w="8069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069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18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95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65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9760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9760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0960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0586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0850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22374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2050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1675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79976" name="직사각형 54"/>
          <p:cNvSpPr>
            <a:spLocks noChangeArrowheads="1"/>
          </p:cNvSpPr>
          <p:nvPr/>
        </p:nvSpPr>
        <p:spPr bwMode="auto">
          <a:xfrm>
            <a:off x="381000" y="3214688"/>
            <a:ext cx="9144000" cy="1143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977" name="TextBox 55"/>
          <p:cNvSpPr txBox="1">
            <a:spLocks noChangeArrowheads="1"/>
          </p:cNvSpPr>
          <p:nvPr/>
        </p:nvSpPr>
        <p:spPr bwMode="auto">
          <a:xfrm>
            <a:off x="533400" y="3109913"/>
            <a:ext cx="1292225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세트제품 목록</a:t>
            </a:r>
          </a:p>
        </p:txBody>
      </p:sp>
      <p:sp>
        <p:nvSpPr>
          <p:cNvPr id="79978" name="직사각형 54"/>
          <p:cNvSpPr>
            <a:spLocks noChangeArrowheads="1"/>
          </p:cNvSpPr>
          <p:nvPr/>
        </p:nvSpPr>
        <p:spPr bwMode="auto">
          <a:xfrm>
            <a:off x="381000" y="4476750"/>
            <a:ext cx="9144000" cy="9286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979" name="TextBox 55"/>
          <p:cNvSpPr txBox="1">
            <a:spLocks noChangeArrowheads="1"/>
          </p:cNvSpPr>
          <p:nvPr/>
        </p:nvSpPr>
        <p:spPr bwMode="auto">
          <a:xfrm>
            <a:off x="549275" y="4367213"/>
            <a:ext cx="129063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구성제품 목록</a:t>
            </a:r>
          </a:p>
        </p:txBody>
      </p:sp>
      <p:graphicFrame>
        <p:nvGraphicFramePr>
          <p:cNvPr id="18" name="Group 138"/>
          <p:cNvGraphicFramePr>
            <a:graphicFrameLocks noGrp="1"/>
          </p:cNvGraphicFramePr>
          <p:nvPr/>
        </p:nvGraphicFramePr>
        <p:xfrm>
          <a:off x="7667625" y="5572125"/>
          <a:ext cx="1825626" cy="642938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739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67" name="직사각형 54"/>
          <p:cNvSpPr>
            <a:spLocks noChangeArrowheads="1"/>
          </p:cNvSpPr>
          <p:nvPr/>
        </p:nvSpPr>
        <p:spPr bwMode="auto">
          <a:xfrm>
            <a:off x="309563" y="2325688"/>
            <a:ext cx="9215437" cy="39830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68" name="직사각형 51"/>
          <p:cNvSpPr>
            <a:spLocks noChangeArrowheads="1"/>
          </p:cNvSpPr>
          <p:nvPr/>
        </p:nvSpPr>
        <p:spPr bwMode="auto">
          <a:xfrm>
            <a:off x="6853238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36869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6870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6871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36872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701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701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87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687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6875" name="그룹 71"/>
          <p:cNvGrpSpPr>
            <a:grpSpLocks/>
          </p:cNvGrpSpPr>
          <p:nvPr/>
        </p:nvGrpSpPr>
        <p:grpSpPr bwMode="auto">
          <a:xfrm>
            <a:off x="6289675" y="1295400"/>
            <a:ext cx="2071688" cy="230188"/>
            <a:chOff x="3238492" y="1428736"/>
            <a:chExt cx="2071698" cy="230832"/>
          </a:xfrm>
        </p:grpSpPr>
        <p:sp>
          <p:nvSpPr>
            <p:cNvPr id="3700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3700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876" name="직사각형 33"/>
          <p:cNvSpPr>
            <a:spLocks noChangeArrowheads="1"/>
          </p:cNvSpPr>
          <p:nvPr/>
        </p:nvSpPr>
        <p:spPr bwMode="auto">
          <a:xfrm>
            <a:off x="84137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77" name="직사각형 66"/>
          <p:cNvSpPr>
            <a:spLocks noChangeArrowheads="1"/>
          </p:cNvSpPr>
          <p:nvPr/>
        </p:nvSpPr>
        <p:spPr bwMode="auto">
          <a:xfrm>
            <a:off x="8610600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78" name="직사각형 51"/>
          <p:cNvSpPr>
            <a:spLocks noChangeArrowheads="1"/>
          </p:cNvSpPr>
          <p:nvPr/>
        </p:nvSpPr>
        <p:spPr bwMode="auto">
          <a:xfrm>
            <a:off x="848360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6879" name="직사각형 51"/>
          <p:cNvSpPr>
            <a:spLocks noChangeArrowheads="1"/>
          </p:cNvSpPr>
          <p:nvPr/>
        </p:nvSpPr>
        <p:spPr bwMode="auto">
          <a:xfrm>
            <a:off x="739775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6880" name="직사각형 51"/>
          <p:cNvSpPr>
            <a:spLocks noChangeArrowheads="1"/>
          </p:cNvSpPr>
          <p:nvPr/>
        </p:nvSpPr>
        <p:spPr bwMode="auto">
          <a:xfrm>
            <a:off x="7940675" y="2051050"/>
            <a:ext cx="490538" cy="19685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36881" name="직사각형 51"/>
          <p:cNvSpPr>
            <a:spLocks noChangeArrowheads="1"/>
          </p:cNvSpPr>
          <p:nvPr/>
        </p:nvSpPr>
        <p:spPr bwMode="auto">
          <a:xfrm>
            <a:off x="4872980" y="2051050"/>
            <a:ext cx="80010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지시서발행</a:t>
            </a:r>
          </a:p>
        </p:txBody>
      </p:sp>
      <p:sp>
        <p:nvSpPr>
          <p:cNvPr id="36882" name="직사각형 51"/>
          <p:cNvSpPr>
            <a:spLocks noChangeArrowheads="1"/>
          </p:cNvSpPr>
          <p:nvPr/>
        </p:nvSpPr>
        <p:spPr bwMode="auto">
          <a:xfrm>
            <a:off x="6310313" y="2051050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확정</a:t>
            </a:r>
          </a:p>
        </p:txBody>
      </p:sp>
      <p:sp>
        <p:nvSpPr>
          <p:cNvPr id="36883" name="TextBox 65"/>
          <p:cNvSpPr txBox="1">
            <a:spLocks noChangeArrowheads="1"/>
          </p:cNvSpPr>
          <p:nvPr/>
        </p:nvSpPr>
        <p:spPr bwMode="auto">
          <a:xfrm>
            <a:off x="309563" y="2093913"/>
            <a:ext cx="92868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36884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3700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3700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885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86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6887" name="그룹 71"/>
          <p:cNvGrpSpPr>
            <a:grpSpLocks/>
          </p:cNvGrpSpPr>
          <p:nvPr/>
        </p:nvGrpSpPr>
        <p:grpSpPr bwMode="auto">
          <a:xfrm>
            <a:off x="3214688" y="1295400"/>
            <a:ext cx="2071687" cy="230188"/>
            <a:chOff x="3238492" y="1428736"/>
            <a:chExt cx="2071698" cy="230832"/>
          </a:xfrm>
        </p:grpSpPr>
        <p:sp>
          <p:nvSpPr>
            <p:cNvPr id="3700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실사일자</a:t>
              </a:r>
            </a:p>
          </p:txBody>
        </p:sp>
        <p:sp>
          <p:nvSpPr>
            <p:cNvPr id="3700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888" name="직사각형 66"/>
          <p:cNvSpPr>
            <a:spLocks noChangeArrowheads="1"/>
          </p:cNvSpPr>
          <p:nvPr/>
        </p:nvSpPr>
        <p:spPr bwMode="auto">
          <a:xfrm>
            <a:off x="5535613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89" name="TextBox 65"/>
          <p:cNvSpPr txBox="1">
            <a:spLocks noChangeArrowheads="1"/>
          </p:cNvSpPr>
          <p:nvPr/>
        </p:nvSpPr>
        <p:spPr bwMode="auto">
          <a:xfrm>
            <a:off x="5305425" y="1285875"/>
            <a:ext cx="2143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90" name="직사각형 33"/>
          <p:cNvSpPr>
            <a:spLocks noChangeArrowheads="1"/>
          </p:cNvSpPr>
          <p:nvPr/>
        </p:nvSpPr>
        <p:spPr bwMode="auto">
          <a:xfrm>
            <a:off x="514350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891" name="직사각형 33"/>
          <p:cNvSpPr>
            <a:spLocks noChangeArrowheads="1"/>
          </p:cNvSpPr>
          <p:nvPr/>
        </p:nvSpPr>
        <p:spPr bwMode="auto">
          <a:xfrm>
            <a:off x="6394450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6892" name="그룹 71"/>
          <p:cNvGrpSpPr>
            <a:grpSpLocks/>
          </p:cNvGrpSpPr>
          <p:nvPr/>
        </p:nvGrpSpPr>
        <p:grpSpPr bwMode="auto">
          <a:xfrm>
            <a:off x="3216275" y="1620838"/>
            <a:ext cx="2071688" cy="230187"/>
            <a:chOff x="3238492" y="1428735"/>
            <a:chExt cx="2071698" cy="231478"/>
          </a:xfrm>
        </p:grpSpPr>
        <p:sp>
          <p:nvSpPr>
            <p:cNvPr id="37002" name="TextBox 65"/>
            <p:cNvSpPr txBox="1">
              <a:spLocks noChangeArrowheads="1"/>
            </p:cNvSpPr>
            <p:nvPr/>
          </p:nvSpPr>
          <p:spPr bwMode="auto">
            <a:xfrm>
              <a:off x="3238492" y="1428735"/>
              <a:ext cx="1071566" cy="23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</a:p>
          </p:txBody>
        </p:sp>
        <p:sp>
          <p:nvSpPr>
            <p:cNvPr id="3700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대기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작업중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작업완료</a:t>
              </a:r>
            </a:p>
          </p:txBody>
        </p:sp>
      </p:grpSp>
      <p:sp>
        <p:nvSpPr>
          <p:cNvPr id="36893" name="직사각형 33"/>
          <p:cNvSpPr>
            <a:spLocks noChangeArrowheads="1"/>
          </p:cNvSpPr>
          <p:nvPr/>
        </p:nvSpPr>
        <p:spPr bwMode="auto">
          <a:xfrm>
            <a:off x="5167423" y="1626781"/>
            <a:ext cx="122127" cy="21471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6894" name="그룹 71"/>
          <p:cNvGrpSpPr>
            <a:grpSpLocks/>
          </p:cNvGrpSpPr>
          <p:nvPr/>
        </p:nvGrpSpPr>
        <p:grpSpPr bwMode="auto">
          <a:xfrm>
            <a:off x="1588" y="1614488"/>
            <a:ext cx="2071687" cy="230187"/>
            <a:chOff x="3238492" y="1428736"/>
            <a:chExt cx="2071698" cy="230832"/>
          </a:xfrm>
        </p:grpSpPr>
        <p:sp>
          <p:nvSpPr>
            <p:cNvPr id="3700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작업번호</a:t>
              </a:r>
            </a:p>
          </p:txBody>
        </p:sp>
        <p:sp>
          <p:nvSpPr>
            <p:cNvPr id="3700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5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203180"/>
              </p:ext>
            </p:extLst>
          </p:nvPr>
        </p:nvGraphicFramePr>
        <p:xfrm>
          <a:off x="379413" y="3664744"/>
          <a:ext cx="6408714" cy="531812"/>
        </p:xfrm>
        <a:graphic>
          <a:graphicData uri="http://schemas.openxmlformats.org/drawingml/2006/table">
            <a:tbl>
              <a:tblPr/>
              <a:tblGrid>
                <a:gridCol w="4758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04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2381">
                  <a:extLst>
                    <a:ext uri="{9D8B030D-6E8A-4147-A177-3AD203B41FA5}">
                      <a16:colId xmlns:a16="http://schemas.microsoft.com/office/drawing/2014/main" xmlns="" val="972601612"/>
                    </a:ext>
                  </a:extLst>
                </a:gridCol>
                <a:gridCol w="7923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419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93333">
                  <a:extLst>
                    <a:ext uri="{9D8B030D-6E8A-4147-A177-3AD203B41FA5}">
                      <a16:colId xmlns:a16="http://schemas.microsoft.com/office/drawing/2014/main" xmlns="" val="2678548551"/>
                    </a:ext>
                  </a:extLst>
                </a:gridCol>
                <a:gridCol w="69333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1295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6612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4975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20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2016-03-04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이종혁</a:t>
                      </a: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 15:20:20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35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89755"/>
              </p:ext>
            </p:extLst>
          </p:nvPr>
        </p:nvGraphicFramePr>
        <p:xfrm>
          <a:off x="379416" y="2505075"/>
          <a:ext cx="8894063" cy="438150"/>
        </p:xfrm>
        <a:graphic>
          <a:graphicData uri="http://schemas.openxmlformats.org/drawingml/2006/table">
            <a:tbl>
              <a:tblPr/>
              <a:tblGrid>
                <a:gridCol w="2691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91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952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953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08279"/>
                <a:gridCol w="720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0331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5742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6558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75124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0106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4932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9040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69040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651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작업상태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재고실사구분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실사일자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30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A1-01-00-11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3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293979"/>
              </p:ext>
            </p:extLst>
          </p:nvPr>
        </p:nvGraphicFramePr>
        <p:xfrm>
          <a:off x="379413" y="3040063"/>
          <a:ext cx="4933947" cy="563561"/>
        </p:xfrm>
        <a:graphic>
          <a:graphicData uri="http://schemas.openxmlformats.org/drawingml/2006/table">
            <a:tbl>
              <a:tblPr/>
              <a:tblGrid>
                <a:gridCol w="5482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482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4821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14506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실사수량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50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343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6" name="직사각형 51"/>
          <p:cNvSpPr>
            <a:spLocks noChangeArrowheads="1"/>
          </p:cNvSpPr>
          <p:nvPr/>
        </p:nvSpPr>
        <p:spPr bwMode="auto">
          <a:xfrm>
            <a:off x="5758607" y="205021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sp>
        <p:nvSpPr>
          <p:cNvPr id="47" name="TextBox 65"/>
          <p:cNvSpPr txBox="1">
            <a:spLocks noChangeArrowheads="1"/>
          </p:cNvSpPr>
          <p:nvPr/>
        </p:nvSpPr>
        <p:spPr bwMode="auto">
          <a:xfrm>
            <a:off x="6321152" y="1628800"/>
            <a:ext cx="1071561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출력종류</a:t>
            </a:r>
          </a:p>
        </p:txBody>
      </p:sp>
      <p:sp>
        <p:nvSpPr>
          <p:cNvPr id="48" name="직사각형 66"/>
          <p:cNvSpPr>
            <a:spLocks noChangeArrowheads="1"/>
          </p:cNvSpPr>
          <p:nvPr/>
        </p:nvSpPr>
        <p:spPr bwMode="auto">
          <a:xfrm>
            <a:off x="7392720" y="1633539"/>
            <a:ext cx="1000120" cy="21311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재고실사표</a:t>
            </a:r>
          </a:p>
        </p:txBody>
      </p:sp>
      <p:sp>
        <p:nvSpPr>
          <p:cNvPr id="49" name="직사각형 33"/>
          <p:cNvSpPr>
            <a:spLocks noChangeArrowheads="1"/>
          </p:cNvSpPr>
          <p:nvPr/>
        </p:nvSpPr>
        <p:spPr bwMode="auto">
          <a:xfrm>
            <a:off x="8270713" y="1630202"/>
            <a:ext cx="122127" cy="21471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0" name="TextBox 65"/>
          <p:cNvSpPr txBox="1">
            <a:spLocks noChangeArrowheads="1"/>
          </p:cNvSpPr>
          <p:nvPr/>
        </p:nvSpPr>
        <p:spPr bwMode="auto">
          <a:xfrm>
            <a:off x="5143500" y="6565532"/>
            <a:ext cx="240178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출력종류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재고차이표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재고조사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실사생성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917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38918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38919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</a:p>
        </p:txBody>
      </p:sp>
      <p:grpSp>
        <p:nvGrpSpPr>
          <p:cNvPr id="3892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908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908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892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892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8926" name="직사각형 51"/>
          <p:cNvSpPr>
            <a:spLocks noChangeArrowheads="1"/>
          </p:cNvSpPr>
          <p:nvPr/>
        </p:nvSpPr>
        <p:spPr bwMode="auto">
          <a:xfrm>
            <a:off x="8483600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grpSp>
        <p:nvGrpSpPr>
          <p:cNvPr id="38932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3907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3907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8933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934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033" name="직사각형 54"/>
          <p:cNvSpPr>
            <a:spLocks noChangeArrowheads="1"/>
          </p:cNvSpPr>
          <p:nvPr/>
        </p:nvSpPr>
        <p:spPr bwMode="auto">
          <a:xfrm>
            <a:off x="322263" y="2349500"/>
            <a:ext cx="9215437" cy="305612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034" name="그룹 71"/>
          <p:cNvGrpSpPr>
            <a:grpSpLocks/>
          </p:cNvGrpSpPr>
          <p:nvPr/>
        </p:nvGrpSpPr>
        <p:grpSpPr bwMode="auto">
          <a:xfrm>
            <a:off x="325438" y="2446338"/>
            <a:ext cx="2071687" cy="230187"/>
            <a:chOff x="3238492" y="1428736"/>
            <a:chExt cx="2071698" cy="230832"/>
          </a:xfrm>
        </p:grpSpPr>
        <p:sp>
          <p:nvSpPr>
            <p:cNvPr id="3907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실사일자</a:t>
              </a:r>
            </a:p>
          </p:txBody>
        </p:sp>
        <p:sp>
          <p:nvSpPr>
            <p:cNvPr id="3907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035" name="그룹 71"/>
          <p:cNvGrpSpPr>
            <a:grpSpLocks/>
          </p:cNvGrpSpPr>
          <p:nvPr/>
        </p:nvGrpSpPr>
        <p:grpSpPr bwMode="auto">
          <a:xfrm>
            <a:off x="309563" y="2755106"/>
            <a:ext cx="2071687" cy="230188"/>
            <a:chOff x="3238492" y="1428736"/>
            <a:chExt cx="2071698" cy="230832"/>
          </a:xfrm>
        </p:grpSpPr>
        <p:sp>
          <p:nvSpPr>
            <p:cNvPr id="3907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재고실사구분</a:t>
              </a:r>
            </a:p>
          </p:txBody>
        </p:sp>
        <p:sp>
          <p:nvSpPr>
            <p:cNvPr id="3907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9038" name="직사각형 33"/>
          <p:cNvSpPr>
            <a:spLocks noChangeArrowheads="1"/>
          </p:cNvSpPr>
          <p:nvPr/>
        </p:nvSpPr>
        <p:spPr bwMode="auto">
          <a:xfrm>
            <a:off x="2254250" y="24542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039" name="직사각형 33"/>
          <p:cNvSpPr>
            <a:spLocks noChangeArrowheads="1"/>
          </p:cNvSpPr>
          <p:nvPr/>
        </p:nvSpPr>
        <p:spPr bwMode="auto">
          <a:xfrm>
            <a:off x="2241550" y="2763044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9040" name="그룹 71"/>
          <p:cNvGrpSpPr>
            <a:grpSpLocks/>
          </p:cNvGrpSpPr>
          <p:nvPr/>
        </p:nvGrpSpPr>
        <p:grpSpPr bwMode="auto">
          <a:xfrm>
            <a:off x="2632868" y="2474119"/>
            <a:ext cx="2071688" cy="230187"/>
            <a:chOff x="3238492" y="1428736"/>
            <a:chExt cx="2071698" cy="230832"/>
          </a:xfrm>
        </p:grpSpPr>
        <p:sp>
          <p:nvSpPr>
            <p:cNvPr id="3906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</a:p>
          </p:txBody>
        </p:sp>
        <p:sp>
          <p:nvSpPr>
            <p:cNvPr id="3906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9041" name="직사각형 66"/>
          <p:cNvSpPr>
            <a:spLocks noChangeArrowheads="1"/>
          </p:cNvSpPr>
          <p:nvPr/>
        </p:nvSpPr>
        <p:spPr bwMode="auto">
          <a:xfrm>
            <a:off x="4953793" y="2480469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042" name="TextBox 65"/>
          <p:cNvSpPr txBox="1">
            <a:spLocks noChangeArrowheads="1"/>
          </p:cNvSpPr>
          <p:nvPr/>
        </p:nvSpPr>
        <p:spPr bwMode="auto">
          <a:xfrm>
            <a:off x="4723606" y="2464594"/>
            <a:ext cx="2143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043" name="직사각형 33"/>
          <p:cNvSpPr>
            <a:spLocks noChangeArrowheads="1"/>
          </p:cNvSpPr>
          <p:nvPr/>
        </p:nvSpPr>
        <p:spPr bwMode="auto">
          <a:xfrm>
            <a:off x="5812631" y="2474119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044" name="그룹 71"/>
          <p:cNvGrpSpPr>
            <a:grpSpLocks/>
          </p:cNvGrpSpPr>
          <p:nvPr/>
        </p:nvGrpSpPr>
        <p:grpSpPr bwMode="auto">
          <a:xfrm>
            <a:off x="2632868" y="2775744"/>
            <a:ext cx="2071688" cy="230187"/>
            <a:chOff x="3238492" y="1428736"/>
            <a:chExt cx="2071698" cy="230832"/>
          </a:xfrm>
        </p:grpSpPr>
        <p:sp>
          <p:nvSpPr>
            <p:cNvPr id="3906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3906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9046" name="직사각형 66"/>
          <p:cNvSpPr>
            <a:spLocks noChangeArrowheads="1"/>
          </p:cNvSpPr>
          <p:nvPr/>
        </p:nvSpPr>
        <p:spPr bwMode="auto">
          <a:xfrm>
            <a:off x="4953793" y="2782094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047" name="그룹 71"/>
          <p:cNvGrpSpPr>
            <a:grpSpLocks/>
          </p:cNvGrpSpPr>
          <p:nvPr/>
        </p:nvGrpSpPr>
        <p:grpSpPr bwMode="auto">
          <a:xfrm>
            <a:off x="2636043" y="3066256"/>
            <a:ext cx="2071688" cy="230188"/>
            <a:chOff x="3238492" y="1428736"/>
            <a:chExt cx="2071698" cy="230832"/>
          </a:xfrm>
        </p:grpSpPr>
        <p:sp>
          <p:nvSpPr>
            <p:cNvPr id="3906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3906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9048" name="직사각형 33"/>
          <p:cNvSpPr>
            <a:spLocks noChangeArrowheads="1"/>
          </p:cNvSpPr>
          <p:nvPr/>
        </p:nvSpPr>
        <p:spPr bwMode="auto">
          <a:xfrm>
            <a:off x="4760118" y="3075781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049" name="그룹 71"/>
          <p:cNvGrpSpPr>
            <a:grpSpLocks/>
          </p:cNvGrpSpPr>
          <p:nvPr/>
        </p:nvGrpSpPr>
        <p:grpSpPr bwMode="auto">
          <a:xfrm>
            <a:off x="2636043" y="3377406"/>
            <a:ext cx="2071688" cy="230188"/>
            <a:chOff x="3238492" y="1428736"/>
            <a:chExt cx="2071698" cy="230832"/>
          </a:xfrm>
        </p:grpSpPr>
        <p:sp>
          <p:nvSpPr>
            <p:cNvPr id="3906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3906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051" name="그룹 71"/>
          <p:cNvGrpSpPr>
            <a:grpSpLocks/>
          </p:cNvGrpSpPr>
          <p:nvPr/>
        </p:nvGrpSpPr>
        <p:grpSpPr bwMode="auto">
          <a:xfrm>
            <a:off x="2636043" y="3674269"/>
            <a:ext cx="2071688" cy="230187"/>
            <a:chOff x="3238492" y="1428736"/>
            <a:chExt cx="2071698" cy="230832"/>
          </a:xfrm>
        </p:grpSpPr>
        <p:sp>
          <p:nvSpPr>
            <p:cNvPr id="3905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대분류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05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5" name="TextBox 65"/>
          <p:cNvSpPr txBox="1">
            <a:spLocks noChangeArrowheads="1"/>
          </p:cNvSpPr>
          <p:nvPr/>
        </p:nvSpPr>
        <p:spPr bwMode="auto">
          <a:xfrm>
            <a:off x="696170" y="6596063"/>
            <a:ext cx="800124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실사구분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제품분류            제품분류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대분류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중분류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소분류          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직사각형 33"/>
          <p:cNvSpPr>
            <a:spLocks noChangeArrowheads="1"/>
          </p:cNvSpPr>
          <p:nvPr/>
        </p:nvSpPr>
        <p:spPr bwMode="auto">
          <a:xfrm>
            <a:off x="4568881" y="3381859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1" name="직사각형 33"/>
          <p:cNvSpPr>
            <a:spLocks noChangeArrowheads="1"/>
          </p:cNvSpPr>
          <p:nvPr/>
        </p:nvSpPr>
        <p:spPr bwMode="auto">
          <a:xfrm>
            <a:off x="4561681" y="2477782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65"/>
          <p:cNvSpPr txBox="1">
            <a:spLocks noChangeArrowheads="1"/>
          </p:cNvSpPr>
          <p:nvPr/>
        </p:nvSpPr>
        <p:spPr bwMode="auto">
          <a:xfrm>
            <a:off x="4736976" y="2780928"/>
            <a:ext cx="2143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4" name="그룹 71"/>
          <p:cNvGrpSpPr>
            <a:grpSpLocks/>
          </p:cNvGrpSpPr>
          <p:nvPr/>
        </p:nvGrpSpPr>
        <p:grpSpPr bwMode="auto">
          <a:xfrm>
            <a:off x="4808984" y="3672456"/>
            <a:ext cx="2071688" cy="230187"/>
            <a:chOff x="3238492" y="1428736"/>
            <a:chExt cx="2071698" cy="230832"/>
          </a:xfrm>
        </p:grpSpPr>
        <p:sp>
          <p:nvSpPr>
            <p:cNvPr id="5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</a:t>
              </a:r>
              <a:r>
                <a:rPr lang="ko-KR" altLang="en-US" sz="9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분류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8" name="그룹 71"/>
          <p:cNvGrpSpPr>
            <a:grpSpLocks/>
          </p:cNvGrpSpPr>
          <p:nvPr/>
        </p:nvGrpSpPr>
        <p:grpSpPr bwMode="auto">
          <a:xfrm>
            <a:off x="6753200" y="3672456"/>
            <a:ext cx="2071688" cy="230187"/>
            <a:chOff x="3238492" y="1428736"/>
            <a:chExt cx="2071698" cy="230832"/>
          </a:xfrm>
        </p:grpSpPr>
        <p:sp>
          <p:nvSpPr>
            <p:cNvPr id="5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</a:t>
              </a:r>
              <a:r>
                <a:rPr lang="ko-KR" altLang="en-US" sz="9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분류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2" name="직사각형 33"/>
          <p:cNvSpPr>
            <a:spLocks noChangeArrowheads="1"/>
          </p:cNvSpPr>
          <p:nvPr/>
        </p:nvSpPr>
        <p:spPr bwMode="auto">
          <a:xfrm>
            <a:off x="4573833" y="367660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33"/>
          <p:cNvSpPr>
            <a:spLocks noChangeArrowheads="1"/>
          </p:cNvSpPr>
          <p:nvPr/>
        </p:nvSpPr>
        <p:spPr bwMode="auto">
          <a:xfrm>
            <a:off x="6737800" y="368419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33"/>
          <p:cNvSpPr>
            <a:spLocks noChangeArrowheads="1"/>
          </p:cNvSpPr>
          <p:nvPr/>
        </p:nvSpPr>
        <p:spPr bwMode="auto">
          <a:xfrm>
            <a:off x="8669245" y="3676607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재고실사표</a:t>
            </a:r>
          </a:p>
        </p:txBody>
      </p:sp>
      <p:sp>
        <p:nvSpPr>
          <p:cNvPr id="40963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0964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40965" name="직사각형 54"/>
          <p:cNvSpPr>
            <a:spLocks noChangeArrowheads="1"/>
          </p:cNvSpPr>
          <p:nvPr/>
        </p:nvSpPr>
        <p:spPr bwMode="auto">
          <a:xfrm>
            <a:off x="309563" y="1341438"/>
            <a:ext cx="9215437" cy="5040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" name="Group 138"/>
          <p:cNvGraphicFramePr>
            <a:graphicFrameLocks noGrp="1"/>
          </p:cNvGraphicFramePr>
          <p:nvPr/>
        </p:nvGraphicFramePr>
        <p:xfrm>
          <a:off x="415925" y="3429000"/>
          <a:ext cx="9001125" cy="627063"/>
        </p:xfrm>
        <a:graphic>
          <a:graphicData uri="http://schemas.openxmlformats.org/drawingml/2006/table">
            <a:tbl>
              <a:tblPr/>
              <a:tblGrid>
                <a:gridCol w="7386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86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341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7430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87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999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2942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2942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858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674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56714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7770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74034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7403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15900"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로트번호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실사수량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68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팔렛트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43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BOX/EA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1015" name="TextBox 34"/>
          <p:cNvSpPr txBox="1">
            <a:spLocks noChangeArrowheads="1"/>
          </p:cNvSpPr>
          <p:nvPr/>
        </p:nvSpPr>
        <p:spPr bwMode="auto">
          <a:xfrm>
            <a:off x="7616825" y="25638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출력자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016" name="TextBox 65"/>
          <p:cNvSpPr txBox="1">
            <a:spLocks noChangeArrowheads="1"/>
          </p:cNvSpPr>
          <p:nvPr/>
        </p:nvSpPr>
        <p:spPr bwMode="auto">
          <a:xfrm>
            <a:off x="517525" y="25574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21" name="Text Box 51"/>
          <p:cNvSpPr txBox="1">
            <a:spLocks noChangeArrowheads="1"/>
          </p:cNvSpPr>
          <p:nvPr/>
        </p:nvSpPr>
        <p:spPr bwMode="auto">
          <a:xfrm>
            <a:off x="4276725" y="1844675"/>
            <a:ext cx="1319213" cy="381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lIns="18000" tIns="36000" rIns="18000" bIns="36000" anchorCtr="1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재고실사표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018" name="TextBox 34"/>
          <p:cNvSpPr txBox="1">
            <a:spLocks noChangeArrowheads="1"/>
          </p:cNvSpPr>
          <p:nvPr/>
        </p:nvSpPr>
        <p:spPr bwMode="auto">
          <a:xfrm>
            <a:off x="7623175" y="2276475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출력일시</a:t>
            </a:r>
          </a:p>
        </p:txBody>
      </p:sp>
      <p:sp>
        <p:nvSpPr>
          <p:cNvPr id="41019" name="TextBox 34"/>
          <p:cNvSpPr txBox="1">
            <a:spLocks noChangeArrowheads="1"/>
          </p:cNvSpPr>
          <p:nvPr/>
        </p:nvSpPr>
        <p:spPr bwMode="auto">
          <a:xfrm>
            <a:off x="595313" y="228600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1020" name="TextBox 34"/>
          <p:cNvSpPr txBox="1">
            <a:spLocks noChangeArrowheads="1"/>
          </p:cNvSpPr>
          <p:nvPr/>
        </p:nvSpPr>
        <p:spPr bwMode="auto">
          <a:xfrm>
            <a:off x="7620000" y="2843213"/>
            <a:ext cx="7858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sp>
        <p:nvSpPr>
          <p:cNvPr id="41021" name="TextBox 34"/>
          <p:cNvSpPr txBox="1">
            <a:spLocks noChangeArrowheads="1"/>
          </p:cNvSpPr>
          <p:nvPr/>
        </p:nvSpPr>
        <p:spPr bwMode="auto">
          <a:xfrm>
            <a:off x="595313" y="2000250"/>
            <a:ext cx="7858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물류센터</a:t>
            </a:r>
          </a:p>
        </p:txBody>
      </p:sp>
      <p:sp>
        <p:nvSpPr>
          <p:cNvPr id="41022" name="TextBox 65"/>
          <p:cNvSpPr txBox="1">
            <a:spLocks noChangeArrowheads="1"/>
          </p:cNvSpPr>
          <p:nvPr/>
        </p:nvSpPr>
        <p:spPr bwMode="auto">
          <a:xfrm>
            <a:off x="5810250" y="1785938"/>
            <a:ext cx="3214688" cy="230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바코드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지시번호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023" name="TextBox 65"/>
          <p:cNvSpPr txBox="1">
            <a:spLocks noChangeArrowheads="1"/>
          </p:cNvSpPr>
          <p:nvPr/>
        </p:nvSpPr>
        <p:spPr bwMode="auto">
          <a:xfrm>
            <a:off x="515938" y="2841625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실사차수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0" name="Group 138"/>
          <p:cNvGraphicFramePr>
            <a:graphicFrameLocks noGrp="1"/>
          </p:cNvGraphicFramePr>
          <p:nvPr/>
        </p:nvGraphicFramePr>
        <p:xfrm>
          <a:off x="7667625" y="5357813"/>
          <a:ext cx="1825626" cy="642937"/>
        </p:xfrm>
        <a:graphic>
          <a:graphicData uri="http://schemas.openxmlformats.org/drawingml/2006/table">
            <a:tbl>
              <a:tblPr/>
              <a:tblGrid>
                <a:gridCol w="9128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7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55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수불이월관리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11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1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301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43014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4301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305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4305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301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301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3018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4305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수불년월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05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3019" name="직사각형 51"/>
          <p:cNvSpPr>
            <a:spLocks noChangeArrowheads="1"/>
          </p:cNvSpPr>
          <p:nvPr/>
        </p:nvSpPr>
        <p:spPr bwMode="auto">
          <a:xfrm>
            <a:off x="8193088" y="2051050"/>
            <a:ext cx="7810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수불이월</a:t>
            </a:r>
          </a:p>
        </p:txBody>
      </p:sp>
      <p:sp>
        <p:nvSpPr>
          <p:cNvPr id="43020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43021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4305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05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3022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023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54973"/>
              </p:ext>
            </p:extLst>
          </p:nvPr>
        </p:nvGraphicFramePr>
        <p:xfrm>
          <a:off x="415925" y="2549525"/>
          <a:ext cx="3531611" cy="519113"/>
        </p:xfrm>
        <a:graphic>
          <a:graphicData uri="http://schemas.openxmlformats.org/drawingml/2006/table">
            <a:tbl>
              <a:tblPr/>
              <a:tblGrid>
                <a:gridCol w="3550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502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405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4052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4052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18917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3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</a:t>
                      </a:r>
                    </a:p>
                  </a:txBody>
                  <a:tcPr marL="7645" marR="7645" marT="76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이월여부</a:t>
                      </a:r>
                    </a:p>
                  </a:txBody>
                  <a:tcPr marL="7645" marR="7645" marT="76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9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3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3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재고현황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</a:p>
        </p:txBody>
      </p:sp>
      <p:sp>
        <p:nvSpPr>
          <p:cNvPr id="47107" name="직사각형 54"/>
          <p:cNvSpPr>
            <a:spLocks noChangeArrowheads="1"/>
          </p:cNvSpPr>
          <p:nvPr/>
        </p:nvSpPr>
        <p:spPr bwMode="auto">
          <a:xfrm>
            <a:off x="309563" y="2420939"/>
            <a:ext cx="9215437" cy="2376214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10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710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47110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47111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720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4720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711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711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7114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4720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4720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7115" name="직사각형 33"/>
          <p:cNvSpPr>
            <a:spLocks noChangeArrowheads="1"/>
          </p:cNvSpPr>
          <p:nvPr/>
        </p:nvSpPr>
        <p:spPr bwMode="auto">
          <a:xfrm>
            <a:off x="52863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116" name="직사각형 66"/>
          <p:cNvSpPr>
            <a:spLocks noChangeArrowheads="1"/>
          </p:cNvSpPr>
          <p:nvPr/>
        </p:nvSpPr>
        <p:spPr bwMode="auto">
          <a:xfrm>
            <a:off x="54832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117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47118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4720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4720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7119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120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7121" name="그룹 71"/>
          <p:cNvGrpSpPr>
            <a:grpSpLocks/>
          </p:cNvGrpSpPr>
          <p:nvPr/>
        </p:nvGrpSpPr>
        <p:grpSpPr bwMode="auto">
          <a:xfrm>
            <a:off x="15875" y="1599049"/>
            <a:ext cx="2071688" cy="230187"/>
            <a:chOff x="3238492" y="1428736"/>
            <a:chExt cx="2071698" cy="230832"/>
          </a:xfrm>
        </p:grpSpPr>
        <p:sp>
          <p:nvSpPr>
            <p:cNvPr id="4719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4719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7122" name="직사각형 33"/>
          <p:cNvSpPr>
            <a:spLocks noChangeArrowheads="1"/>
          </p:cNvSpPr>
          <p:nvPr/>
        </p:nvSpPr>
        <p:spPr bwMode="auto">
          <a:xfrm>
            <a:off x="2139950" y="1608574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123" name="직사각형 66"/>
          <p:cNvSpPr>
            <a:spLocks noChangeArrowheads="1"/>
          </p:cNvSpPr>
          <p:nvPr/>
        </p:nvSpPr>
        <p:spPr bwMode="auto">
          <a:xfrm>
            <a:off x="2336800" y="1605399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36533"/>
              </p:ext>
            </p:extLst>
          </p:nvPr>
        </p:nvGraphicFramePr>
        <p:xfrm>
          <a:off x="379413" y="2513013"/>
          <a:ext cx="9020906" cy="555947"/>
        </p:xfrm>
        <a:graphic>
          <a:graphicData uri="http://schemas.openxmlformats.org/drawingml/2006/table">
            <a:tbl>
              <a:tblPr/>
              <a:tblGrid>
                <a:gridCol w="2836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3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745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343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6715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1402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8745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4059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10866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25576">
                  <a:extLst>
                    <a:ext uri="{9D8B030D-6E8A-4147-A177-3AD203B41FA5}">
                      <a16:colId xmlns:a16="http://schemas.microsoft.com/office/drawing/2014/main" xmlns="" val="2133064765"/>
                    </a:ext>
                  </a:extLst>
                </a:gridCol>
                <a:gridCol w="354646">
                  <a:extLst>
                    <a:ext uri="{9D8B030D-6E8A-4147-A177-3AD203B41FA5}">
                      <a16:colId xmlns:a16="http://schemas.microsoft.com/office/drawing/2014/main" xmlns="" val="1442496705"/>
                    </a:ext>
                  </a:extLst>
                </a:gridCol>
                <a:gridCol w="496505">
                  <a:extLst>
                    <a:ext uri="{9D8B030D-6E8A-4147-A177-3AD203B41FA5}">
                      <a16:colId xmlns:a16="http://schemas.microsoft.com/office/drawing/2014/main" xmlns="" val="1776114101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3386578432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1590906909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682377796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2994411968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20969951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3335539100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2087088844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1881495052"/>
                    </a:ext>
                  </a:extLst>
                </a:gridCol>
              </a:tblGrid>
              <a:tr h="1409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09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10645710"/>
                  </a:ext>
                </a:extLst>
              </a:tr>
              <a:tr h="266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154133"/>
              </p:ext>
            </p:extLst>
          </p:nvPr>
        </p:nvGraphicFramePr>
        <p:xfrm>
          <a:off x="362684" y="5169495"/>
          <a:ext cx="9037634" cy="563761"/>
        </p:xfrm>
        <a:graphic>
          <a:graphicData uri="http://schemas.openxmlformats.org/drawingml/2006/table">
            <a:tbl>
              <a:tblPr/>
              <a:tblGrid>
                <a:gridCol w="3907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73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480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74677">
                  <a:extLst>
                    <a:ext uri="{9D8B030D-6E8A-4147-A177-3AD203B41FA5}">
                      <a16:colId xmlns:a16="http://schemas.microsoft.com/office/drawing/2014/main" xmlns="" val="425385302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403572671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906236864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300653535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4132321049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4166332447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1797604620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159349436"/>
                    </a:ext>
                  </a:extLst>
                </a:gridCol>
              </a:tblGrid>
              <a:tr h="1409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09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57753730"/>
                  </a:ext>
                </a:extLst>
              </a:tr>
              <a:tr h="27412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349545"/>
              </p:ext>
            </p:extLst>
          </p:nvPr>
        </p:nvGraphicFramePr>
        <p:xfrm>
          <a:off x="364270" y="5877520"/>
          <a:ext cx="9036047" cy="431800"/>
        </p:xfrm>
        <a:graphic>
          <a:graphicData uri="http://schemas.openxmlformats.org/drawingml/2006/table">
            <a:tbl>
              <a:tblPr/>
              <a:tblGrid>
                <a:gridCol w="704529">
                  <a:extLst>
                    <a:ext uri="{9D8B030D-6E8A-4147-A177-3AD203B41FA5}">
                      <a16:colId xmlns:a16="http://schemas.microsoft.com/office/drawing/2014/main" xmlns="" val="393206023"/>
                    </a:ext>
                  </a:extLst>
                </a:gridCol>
                <a:gridCol w="966026">
                  <a:extLst>
                    <a:ext uri="{9D8B030D-6E8A-4147-A177-3AD203B41FA5}">
                      <a16:colId xmlns:a16="http://schemas.microsoft.com/office/drawing/2014/main" xmlns="" val="3588976106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3074379037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544011940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369752719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3951210843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611903794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0" name="직사각형 54"/>
          <p:cNvSpPr>
            <a:spLocks noChangeArrowheads="1"/>
          </p:cNvSpPr>
          <p:nvPr/>
        </p:nvSpPr>
        <p:spPr bwMode="auto">
          <a:xfrm>
            <a:off x="301626" y="5056959"/>
            <a:ext cx="9215437" cy="1324369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한쪽 모서리가 둥근 사각형 40"/>
          <p:cNvSpPr/>
          <p:nvPr/>
        </p:nvSpPr>
        <p:spPr bwMode="auto">
          <a:xfrm>
            <a:off x="319088" y="4869160"/>
            <a:ext cx="7143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로케이션</a:t>
            </a:r>
          </a:p>
        </p:txBody>
      </p:sp>
      <p:sp>
        <p:nvSpPr>
          <p:cNvPr id="42" name="한쪽 모서리가 둥근 사각형 41"/>
          <p:cNvSpPr/>
          <p:nvPr/>
        </p:nvSpPr>
        <p:spPr bwMode="auto">
          <a:xfrm>
            <a:off x="1042988" y="4872335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입고예정</a:t>
            </a:r>
          </a:p>
        </p:txBody>
      </p:sp>
      <p:sp>
        <p:nvSpPr>
          <p:cNvPr id="43" name="한쪽 모서리가 둥근 사각형 42"/>
          <p:cNvSpPr/>
          <p:nvPr/>
        </p:nvSpPr>
        <p:spPr bwMode="auto">
          <a:xfrm>
            <a:off x="1723273" y="4869160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44" name="직사각형 51"/>
          <p:cNvSpPr>
            <a:spLocks noChangeArrowheads="1"/>
          </p:cNvSpPr>
          <p:nvPr/>
        </p:nvSpPr>
        <p:spPr bwMode="auto">
          <a:xfrm>
            <a:off x="8475218" y="2041744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5" name="한쪽 모서리가 둥근 사각형 44"/>
          <p:cNvSpPr/>
          <p:nvPr/>
        </p:nvSpPr>
        <p:spPr bwMode="auto">
          <a:xfrm>
            <a:off x="2447173" y="4863036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출고승인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재고현황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탭</a:t>
            </a:r>
          </a:p>
        </p:txBody>
      </p:sp>
      <p:sp>
        <p:nvSpPr>
          <p:cNvPr id="4710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710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47111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720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4720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711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711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3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190803"/>
              </p:ext>
            </p:extLst>
          </p:nvPr>
        </p:nvGraphicFramePr>
        <p:xfrm>
          <a:off x="370621" y="1719235"/>
          <a:ext cx="9037634" cy="563761"/>
        </p:xfrm>
        <a:graphic>
          <a:graphicData uri="http://schemas.openxmlformats.org/drawingml/2006/table">
            <a:tbl>
              <a:tblPr/>
              <a:tblGrid>
                <a:gridCol w="3907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11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7599">
                  <a:extLst>
                    <a:ext uri="{9D8B030D-6E8A-4147-A177-3AD203B41FA5}">
                      <a16:colId xmlns:a16="http://schemas.microsoft.com/office/drawing/2014/main" xmlns="" val="425385302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403572671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906236864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300653535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4132321049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4166332447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1797604620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159349436"/>
                    </a:ext>
                  </a:extLst>
                </a:gridCol>
              </a:tblGrid>
              <a:tr h="1409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재고이력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09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57753730"/>
                  </a:ext>
                </a:extLst>
              </a:tr>
              <a:tr h="27412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구매입고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000001234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41603"/>
              </p:ext>
            </p:extLst>
          </p:nvPr>
        </p:nvGraphicFramePr>
        <p:xfrm>
          <a:off x="372207" y="2427260"/>
          <a:ext cx="9036047" cy="431800"/>
        </p:xfrm>
        <a:graphic>
          <a:graphicData uri="http://schemas.openxmlformats.org/drawingml/2006/table">
            <a:tbl>
              <a:tblPr/>
              <a:tblGrid>
                <a:gridCol w="704529">
                  <a:extLst>
                    <a:ext uri="{9D8B030D-6E8A-4147-A177-3AD203B41FA5}">
                      <a16:colId xmlns:a16="http://schemas.microsoft.com/office/drawing/2014/main" xmlns="" val="393206023"/>
                    </a:ext>
                  </a:extLst>
                </a:gridCol>
                <a:gridCol w="966026">
                  <a:extLst>
                    <a:ext uri="{9D8B030D-6E8A-4147-A177-3AD203B41FA5}">
                      <a16:colId xmlns:a16="http://schemas.microsoft.com/office/drawing/2014/main" xmlns="" val="3588976106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3074379037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544011940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369752719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3951210843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611903794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0" name="직사각형 54"/>
          <p:cNvSpPr>
            <a:spLocks noChangeArrowheads="1"/>
          </p:cNvSpPr>
          <p:nvPr/>
        </p:nvSpPr>
        <p:spPr bwMode="auto">
          <a:xfrm>
            <a:off x="309563" y="1606699"/>
            <a:ext cx="9215437" cy="1324369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한쪽 모서리가 둥근 사각형 40"/>
          <p:cNvSpPr/>
          <p:nvPr/>
        </p:nvSpPr>
        <p:spPr bwMode="auto">
          <a:xfrm>
            <a:off x="327025" y="1418900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로케이션</a:t>
            </a:r>
          </a:p>
        </p:txBody>
      </p:sp>
      <p:sp>
        <p:nvSpPr>
          <p:cNvPr id="42" name="한쪽 모서리가 둥근 사각형 41"/>
          <p:cNvSpPr/>
          <p:nvPr/>
        </p:nvSpPr>
        <p:spPr bwMode="auto">
          <a:xfrm>
            <a:off x="1050925" y="1422075"/>
            <a:ext cx="7143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입고예정</a:t>
            </a:r>
          </a:p>
        </p:txBody>
      </p:sp>
      <p:sp>
        <p:nvSpPr>
          <p:cNvPr id="43" name="한쪽 모서리가 둥근 사각형 42"/>
          <p:cNvSpPr/>
          <p:nvPr/>
        </p:nvSpPr>
        <p:spPr bwMode="auto">
          <a:xfrm>
            <a:off x="1731210" y="1418900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45" name="한쪽 모서리가 둥근 사각형 44"/>
          <p:cNvSpPr/>
          <p:nvPr/>
        </p:nvSpPr>
        <p:spPr bwMode="auto">
          <a:xfrm>
            <a:off x="2455110" y="1412776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출고승인</a:t>
            </a:r>
          </a:p>
        </p:txBody>
      </p:sp>
      <p:graphicFrame>
        <p:nvGraphicFramePr>
          <p:cNvPr id="3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360232"/>
              </p:ext>
            </p:extLst>
          </p:nvPr>
        </p:nvGraphicFramePr>
        <p:xfrm>
          <a:off x="370620" y="3318567"/>
          <a:ext cx="9037634" cy="563761"/>
        </p:xfrm>
        <a:graphic>
          <a:graphicData uri="http://schemas.openxmlformats.org/drawingml/2006/table">
            <a:tbl>
              <a:tblPr/>
              <a:tblGrid>
                <a:gridCol w="3907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11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7599">
                  <a:extLst>
                    <a:ext uri="{9D8B030D-6E8A-4147-A177-3AD203B41FA5}">
                      <a16:colId xmlns:a16="http://schemas.microsoft.com/office/drawing/2014/main" xmlns="" val="425385302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403572671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906236864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300653535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4132321049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4166332447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1797604620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159349436"/>
                    </a:ext>
                  </a:extLst>
                </a:gridCol>
              </a:tblGrid>
              <a:tr h="1409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재고이력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작업번호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09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57753730"/>
                  </a:ext>
                </a:extLst>
              </a:tr>
              <a:tr h="27412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000001234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25584"/>
              </p:ext>
            </p:extLst>
          </p:nvPr>
        </p:nvGraphicFramePr>
        <p:xfrm>
          <a:off x="372206" y="4026592"/>
          <a:ext cx="9036047" cy="431800"/>
        </p:xfrm>
        <a:graphic>
          <a:graphicData uri="http://schemas.openxmlformats.org/drawingml/2006/table">
            <a:tbl>
              <a:tblPr/>
              <a:tblGrid>
                <a:gridCol w="704529">
                  <a:extLst>
                    <a:ext uri="{9D8B030D-6E8A-4147-A177-3AD203B41FA5}">
                      <a16:colId xmlns:a16="http://schemas.microsoft.com/office/drawing/2014/main" xmlns="" val="393206023"/>
                    </a:ext>
                  </a:extLst>
                </a:gridCol>
                <a:gridCol w="966026">
                  <a:extLst>
                    <a:ext uri="{9D8B030D-6E8A-4147-A177-3AD203B41FA5}">
                      <a16:colId xmlns:a16="http://schemas.microsoft.com/office/drawing/2014/main" xmlns="" val="3588976106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3074379037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544011940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369752719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3951210843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xmlns="" val="1611903794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7" name="직사각형 54"/>
          <p:cNvSpPr>
            <a:spLocks noChangeArrowheads="1"/>
          </p:cNvSpPr>
          <p:nvPr/>
        </p:nvSpPr>
        <p:spPr bwMode="auto">
          <a:xfrm>
            <a:off x="309562" y="3206031"/>
            <a:ext cx="9215437" cy="1324369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한쪽 모서리가 둥근 사각형 40"/>
          <p:cNvSpPr/>
          <p:nvPr/>
        </p:nvSpPr>
        <p:spPr bwMode="auto">
          <a:xfrm>
            <a:off x="327024" y="3018232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로케이션</a:t>
            </a:r>
          </a:p>
        </p:txBody>
      </p:sp>
      <p:sp>
        <p:nvSpPr>
          <p:cNvPr id="49" name="한쪽 모서리가 둥근 사각형 41"/>
          <p:cNvSpPr/>
          <p:nvPr/>
        </p:nvSpPr>
        <p:spPr bwMode="auto">
          <a:xfrm>
            <a:off x="1050924" y="3021407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입고예정</a:t>
            </a:r>
          </a:p>
        </p:txBody>
      </p:sp>
      <p:sp>
        <p:nvSpPr>
          <p:cNvPr id="50" name="한쪽 모서리가 둥근 사각형 42"/>
          <p:cNvSpPr/>
          <p:nvPr/>
        </p:nvSpPr>
        <p:spPr bwMode="auto">
          <a:xfrm>
            <a:off x="1731209" y="3018232"/>
            <a:ext cx="7143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51" name="한쪽 모서리가 둥근 사각형 44"/>
          <p:cNvSpPr/>
          <p:nvPr/>
        </p:nvSpPr>
        <p:spPr bwMode="auto">
          <a:xfrm>
            <a:off x="2455109" y="3012108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출고승인</a:t>
            </a:r>
          </a:p>
        </p:txBody>
      </p:sp>
      <p:graphicFrame>
        <p:nvGraphicFramePr>
          <p:cNvPr id="5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3440"/>
              </p:ext>
            </p:extLst>
          </p:nvPr>
        </p:nvGraphicFramePr>
        <p:xfrm>
          <a:off x="370619" y="4921965"/>
          <a:ext cx="6623493" cy="563761"/>
        </p:xfrm>
        <a:graphic>
          <a:graphicData uri="http://schemas.openxmlformats.org/drawingml/2006/table">
            <a:tbl>
              <a:tblPr/>
              <a:tblGrid>
                <a:gridCol w="3907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711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7599">
                  <a:extLst>
                    <a:ext uri="{9D8B030D-6E8A-4147-A177-3AD203B41FA5}">
                      <a16:colId xmlns:a16="http://schemas.microsoft.com/office/drawing/2014/main" xmlns="" val="425385302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xmlns="" val="4035726718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2300653535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4132321049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4166332447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1797604620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xmlns="" val="159349436"/>
                    </a:ext>
                  </a:extLst>
                </a:gridCol>
              </a:tblGrid>
              <a:tr h="1409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09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57753730"/>
                  </a:ext>
                </a:extLst>
              </a:tr>
              <a:tr h="27412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000001234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4" name="직사각형 54"/>
          <p:cNvSpPr>
            <a:spLocks noChangeArrowheads="1"/>
          </p:cNvSpPr>
          <p:nvPr/>
        </p:nvSpPr>
        <p:spPr bwMode="auto">
          <a:xfrm>
            <a:off x="309561" y="4809429"/>
            <a:ext cx="9215437" cy="1324369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한쪽 모서리가 둥근 사각형 40"/>
          <p:cNvSpPr/>
          <p:nvPr/>
        </p:nvSpPr>
        <p:spPr bwMode="auto">
          <a:xfrm>
            <a:off x="327023" y="4621630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로케이션</a:t>
            </a:r>
          </a:p>
        </p:txBody>
      </p:sp>
      <p:sp>
        <p:nvSpPr>
          <p:cNvPr id="56" name="한쪽 모서리가 둥근 사각형 41"/>
          <p:cNvSpPr/>
          <p:nvPr/>
        </p:nvSpPr>
        <p:spPr bwMode="auto">
          <a:xfrm>
            <a:off x="1050923" y="4624805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입고예정</a:t>
            </a:r>
          </a:p>
        </p:txBody>
      </p:sp>
      <p:sp>
        <p:nvSpPr>
          <p:cNvPr id="57" name="한쪽 모서리가 둥근 사각형 42"/>
          <p:cNvSpPr/>
          <p:nvPr/>
        </p:nvSpPr>
        <p:spPr bwMode="auto">
          <a:xfrm>
            <a:off x="1731208" y="4621630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58" name="한쪽 모서리가 둥근 사각형 44"/>
          <p:cNvSpPr/>
          <p:nvPr/>
        </p:nvSpPr>
        <p:spPr bwMode="auto">
          <a:xfrm>
            <a:off x="2455108" y="4615506"/>
            <a:ext cx="7143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출고승인</a:t>
            </a:r>
          </a:p>
        </p:txBody>
      </p:sp>
    </p:spTree>
    <p:extLst>
      <p:ext uri="{BB962C8B-B14F-4D97-AF65-F5344CB8AC3E}">
        <p14:creationId xmlns:p14="http://schemas.microsoft.com/office/powerpoint/2010/main" val="786819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재고현황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로케이션</a:t>
            </a:r>
          </a:p>
        </p:txBody>
      </p:sp>
      <p:sp>
        <p:nvSpPr>
          <p:cNvPr id="49155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156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49157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49159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4925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4925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916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916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49162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4925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4925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9163" name="직사각형 33"/>
          <p:cNvSpPr>
            <a:spLocks noChangeArrowheads="1"/>
          </p:cNvSpPr>
          <p:nvPr/>
        </p:nvSpPr>
        <p:spPr bwMode="auto">
          <a:xfrm>
            <a:off x="52863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164" name="직사각형 66"/>
          <p:cNvSpPr>
            <a:spLocks noChangeArrowheads="1"/>
          </p:cNvSpPr>
          <p:nvPr/>
        </p:nvSpPr>
        <p:spPr bwMode="auto">
          <a:xfrm>
            <a:off x="54832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165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49166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4924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4924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9167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168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9169" name="그룹 71"/>
          <p:cNvGrpSpPr>
            <a:grpSpLocks/>
          </p:cNvGrpSpPr>
          <p:nvPr/>
        </p:nvGrpSpPr>
        <p:grpSpPr bwMode="auto">
          <a:xfrm>
            <a:off x="6289675" y="1300163"/>
            <a:ext cx="2071688" cy="230187"/>
            <a:chOff x="3238492" y="1428736"/>
            <a:chExt cx="2071698" cy="230832"/>
          </a:xfrm>
        </p:grpSpPr>
        <p:sp>
          <p:nvSpPr>
            <p:cNvPr id="4924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구역</a:t>
              </a:r>
            </a:p>
          </p:txBody>
        </p:sp>
        <p:sp>
          <p:nvSpPr>
            <p:cNvPr id="4924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9170" name="직사각형 33"/>
          <p:cNvSpPr>
            <a:spLocks noChangeArrowheads="1"/>
          </p:cNvSpPr>
          <p:nvPr/>
        </p:nvSpPr>
        <p:spPr bwMode="auto">
          <a:xfrm>
            <a:off x="8413750" y="1309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171" name="직사각형 66"/>
          <p:cNvSpPr>
            <a:spLocks noChangeArrowheads="1"/>
          </p:cNvSpPr>
          <p:nvPr/>
        </p:nvSpPr>
        <p:spPr bwMode="auto">
          <a:xfrm>
            <a:off x="8610600" y="13065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57051"/>
              </p:ext>
            </p:extLst>
          </p:nvPr>
        </p:nvGraphicFramePr>
        <p:xfrm>
          <a:off x="379413" y="2513013"/>
          <a:ext cx="9037642" cy="635866"/>
        </p:xfrm>
        <a:graphic>
          <a:graphicData uri="http://schemas.openxmlformats.org/drawingml/2006/table">
            <a:tbl>
              <a:tblPr/>
              <a:tblGrid>
                <a:gridCol w="24918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922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59229">
                  <a:extLst>
                    <a:ext uri="{9D8B030D-6E8A-4147-A177-3AD203B41FA5}">
                      <a16:colId xmlns:a16="http://schemas.microsoft.com/office/drawing/2014/main" xmlns="" val="1996203912"/>
                    </a:ext>
                  </a:extLst>
                </a:gridCol>
                <a:gridCol w="56048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0483">
                  <a:extLst>
                    <a:ext uri="{9D8B030D-6E8A-4147-A177-3AD203B41FA5}">
                      <a16:colId xmlns:a16="http://schemas.microsoft.com/office/drawing/2014/main" xmlns="" val="3500108918"/>
                    </a:ext>
                  </a:extLst>
                </a:gridCol>
                <a:gridCol w="56048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2062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3978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xmlns="" val="4215168625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xmlns="" val="1721580915"/>
                    </a:ext>
                  </a:extLst>
                </a:gridCol>
                <a:gridCol w="566121">
                  <a:extLst>
                    <a:ext uri="{9D8B030D-6E8A-4147-A177-3AD203B41FA5}">
                      <a16:colId xmlns:a16="http://schemas.microsoft.com/office/drawing/2014/main" xmlns="" val="1569379475"/>
                    </a:ext>
                  </a:extLst>
                </a:gridCol>
                <a:gridCol w="409629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09629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09629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09629">
                  <a:extLst>
                    <a:ext uri="{9D8B030D-6E8A-4147-A177-3AD203B41FA5}">
                      <a16:colId xmlns:a16="http://schemas.microsoft.com/office/drawing/2014/main" xmlns="" val="1498361104"/>
                    </a:ext>
                  </a:extLst>
                </a:gridCol>
                <a:gridCol w="409629">
                  <a:extLst>
                    <a:ext uri="{9D8B030D-6E8A-4147-A177-3AD203B41FA5}">
                      <a16:colId xmlns:a16="http://schemas.microsoft.com/office/drawing/2014/main" xmlns="" val="2943260624"/>
                    </a:ext>
                  </a:extLst>
                </a:gridCol>
                <a:gridCol w="409629">
                  <a:extLst>
                    <a:ext uri="{9D8B030D-6E8A-4147-A177-3AD203B41FA5}">
                      <a16:colId xmlns:a16="http://schemas.microsoft.com/office/drawing/2014/main" xmlns="" val="1013634608"/>
                    </a:ext>
                  </a:extLst>
                </a:gridCol>
              </a:tblGrid>
              <a:tr h="1409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67754820"/>
                  </a:ext>
                </a:extLst>
              </a:tr>
              <a:tr h="169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315874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49243" name="그룹 71"/>
          <p:cNvGrpSpPr>
            <a:grpSpLocks/>
          </p:cNvGrpSpPr>
          <p:nvPr/>
        </p:nvGrpSpPr>
        <p:grpSpPr bwMode="auto">
          <a:xfrm>
            <a:off x="20638" y="1665288"/>
            <a:ext cx="2071687" cy="230187"/>
            <a:chOff x="3238492" y="1428736"/>
            <a:chExt cx="2071698" cy="230832"/>
          </a:xfrm>
        </p:grpSpPr>
        <p:sp>
          <p:nvSpPr>
            <p:cNvPr id="4924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4924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941744"/>
              </p:ext>
            </p:extLst>
          </p:nvPr>
        </p:nvGraphicFramePr>
        <p:xfrm>
          <a:off x="381001" y="3253965"/>
          <a:ext cx="9036050" cy="431800"/>
        </p:xfrm>
        <a:graphic>
          <a:graphicData uri="http://schemas.openxmlformats.org/drawingml/2006/table">
            <a:tbl>
              <a:tblPr/>
              <a:tblGrid>
                <a:gridCol w="7110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9093">
                  <a:extLst>
                    <a:ext uri="{9D8B030D-6E8A-4147-A177-3AD203B41FA5}">
                      <a16:colId xmlns:a16="http://schemas.microsoft.com/office/drawing/2014/main" xmlns="" val="393206023"/>
                    </a:ext>
                  </a:extLst>
                </a:gridCol>
                <a:gridCol w="890014">
                  <a:extLst>
                    <a:ext uri="{9D8B030D-6E8A-4147-A177-3AD203B41FA5}">
                      <a16:colId xmlns:a16="http://schemas.microsoft.com/office/drawing/2014/main" xmlns="" val="3588976106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3074379037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544011940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369752719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3951210843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611903794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4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35" name="직사각형 51"/>
          <p:cNvSpPr>
            <a:spLocks noChangeArrowheads="1"/>
          </p:cNvSpPr>
          <p:nvPr/>
        </p:nvSpPr>
        <p:spPr bwMode="auto">
          <a:xfrm>
            <a:off x="8475218" y="2041744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재고현황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-LOT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03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0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5120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5120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5130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5130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0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120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1210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5129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5129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11" name="직사각형 33"/>
          <p:cNvSpPr>
            <a:spLocks noChangeArrowheads="1"/>
          </p:cNvSpPr>
          <p:nvPr/>
        </p:nvSpPr>
        <p:spPr bwMode="auto">
          <a:xfrm>
            <a:off x="52863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12" name="직사각형 66"/>
          <p:cNvSpPr>
            <a:spLocks noChangeArrowheads="1"/>
          </p:cNvSpPr>
          <p:nvPr/>
        </p:nvSpPr>
        <p:spPr bwMode="auto">
          <a:xfrm>
            <a:off x="54832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13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51214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5129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129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15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16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17" name="그룹 71"/>
          <p:cNvGrpSpPr>
            <a:grpSpLocks/>
          </p:cNvGrpSpPr>
          <p:nvPr/>
        </p:nvGrpSpPr>
        <p:grpSpPr bwMode="auto">
          <a:xfrm>
            <a:off x="6289675" y="1300163"/>
            <a:ext cx="2071688" cy="230187"/>
            <a:chOff x="3238492" y="1428736"/>
            <a:chExt cx="2071698" cy="230832"/>
          </a:xfrm>
        </p:grpSpPr>
        <p:sp>
          <p:nvSpPr>
            <p:cNvPr id="5129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5129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18" name="직사각형 33"/>
          <p:cNvSpPr>
            <a:spLocks noChangeArrowheads="1"/>
          </p:cNvSpPr>
          <p:nvPr/>
        </p:nvSpPr>
        <p:spPr bwMode="auto">
          <a:xfrm>
            <a:off x="8413750" y="1309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19" name="직사각형 66"/>
          <p:cNvSpPr>
            <a:spLocks noChangeArrowheads="1"/>
          </p:cNvSpPr>
          <p:nvPr/>
        </p:nvSpPr>
        <p:spPr bwMode="auto">
          <a:xfrm>
            <a:off x="8610600" y="13065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3" name="그룹 71"/>
          <p:cNvGrpSpPr>
            <a:grpSpLocks/>
          </p:cNvGrpSpPr>
          <p:nvPr/>
        </p:nvGrpSpPr>
        <p:grpSpPr bwMode="auto">
          <a:xfrm>
            <a:off x="9525" y="1614488"/>
            <a:ext cx="2071688" cy="230187"/>
            <a:chOff x="3238492" y="1428736"/>
            <a:chExt cx="2071698" cy="230832"/>
          </a:xfrm>
        </p:grpSpPr>
        <p:sp>
          <p:nvSpPr>
            <p:cNvPr id="3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</a:p>
          </p:txBody>
        </p:sp>
        <p:sp>
          <p:nvSpPr>
            <p:cNvPr id="3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" name="직사각형 33"/>
          <p:cNvSpPr>
            <a:spLocks noChangeArrowheads="1"/>
          </p:cNvSpPr>
          <p:nvPr/>
        </p:nvSpPr>
        <p:spPr bwMode="auto">
          <a:xfrm>
            <a:off x="2133600" y="16240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71"/>
          <p:cNvGrpSpPr>
            <a:grpSpLocks/>
          </p:cNvGrpSpPr>
          <p:nvPr/>
        </p:nvGrpSpPr>
        <p:grpSpPr bwMode="auto">
          <a:xfrm>
            <a:off x="3219582" y="1609957"/>
            <a:ext cx="2071688" cy="230187"/>
            <a:chOff x="3238492" y="1428736"/>
            <a:chExt cx="2071698" cy="230832"/>
          </a:xfrm>
        </p:grpSpPr>
        <p:sp>
          <p:nvSpPr>
            <p:cNvPr id="3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제조일자</a:t>
              </a:r>
            </a:p>
          </p:txBody>
        </p:sp>
        <p:sp>
          <p:nvSpPr>
            <p:cNvPr id="3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0" name="직사각형 33"/>
          <p:cNvSpPr>
            <a:spLocks noChangeArrowheads="1"/>
          </p:cNvSpPr>
          <p:nvPr/>
        </p:nvSpPr>
        <p:spPr bwMode="auto">
          <a:xfrm>
            <a:off x="5343657" y="1619482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1" name="그룹 71"/>
          <p:cNvGrpSpPr>
            <a:grpSpLocks/>
          </p:cNvGrpSpPr>
          <p:nvPr/>
        </p:nvGrpSpPr>
        <p:grpSpPr bwMode="auto">
          <a:xfrm>
            <a:off x="6289675" y="1596342"/>
            <a:ext cx="2071688" cy="230187"/>
            <a:chOff x="3238492" y="1428736"/>
            <a:chExt cx="2071698" cy="230832"/>
          </a:xfrm>
        </p:grpSpPr>
        <p:sp>
          <p:nvSpPr>
            <p:cNvPr id="4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유통일자</a:t>
              </a:r>
            </a:p>
          </p:txBody>
        </p:sp>
        <p:sp>
          <p:nvSpPr>
            <p:cNvPr id="4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4" name="직사각형 33"/>
          <p:cNvSpPr>
            <a:spLocks noChangeArrowheads="1"/>
          </p:cNvSpPr>
          <p:nvPr/>
        </p:nvSpPr>
        <p:spPr bwMode="auto">
          <a:xfrm>
            <a:off x="8413750" y="1605867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5" name="그룹 71"/>
          <p:cNvGrpSpPr>
            <a:grpSpLocks/>
          </p:cNvGrpSpPr>
          <p:nvPr/>
        </p:nvGrpSpPr>
        <p:grpSpPr bwMode="auto">
          <a:xfrm>
            <a:off x="16347" y="1916832"/>
            <a:ext cx="2071688" cy="230187"/>
            <a:chOff x="3238492" y="1428736"/>
            <a:chExt cx="2071698" cy="230832"/>
          </a:xfrm>
        </p:grpSpPr>
        <p:sp>
          <p:nvSpPr>
            <p:cNvPr id="4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" name="그룹 71"/>
          <p:cNvGrpSpPr>
            <a:grpSpLocks/>
          </p:cNvGrpSpPr>
          <p:nvPr/>
        </p:nvGrpSpPr>
        <p:grpSpPr bwMode="auto">
          <a:xfrm>
            <a:off x="3220086" y="1916832"/>
            <a:ext cx="2071688" cy="230187"/>
            <a:chOff x="3238492" y="1428736"/>
            <a:chExt cx="2071698" cy="230832"/>
          </a:xfrm>
        </p:grpSpPr>
        <p:sp>
          <p:nvSpPr>
            <p:cNvPr id="4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 ID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1"/>
          <p:cNvSpPr>
            <a:spLocks noChangeArrowheads="1"/>
          </p:cNvSpPr>
          <p:nvPr/>
        </p:nvSpPr>
        <p:spPr bwMode="auto">
          <a:xfrm>
            <a:off x="9026525" y="215203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52" name="직사각형 51"/>
          <p:cNvSpPr>
            <a:spLocks noChangeArrowheads="1"/>
          </p:cNvSpPr>
          <p:nvPr/>
        </p:nvSpPr>
        <p:spPr bwMode="auto">
          <a:xfrm>
            <a:off x="8475218" y="2142724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aphicFrame>
        <p:nvGraphicFramePr>
          <p:cNvPr id="5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752538"/>
              </p:ext>
            </p:extLst>
          </p:nvPr>
        </p:nvGraphicFramePr>
        <p:xfrm>
          <a:off x="372815" y="3042837"/>
          <a:ext cx="8966075" cy="635866"/>
        </p:xfrm>
        <a:graphic>
          <a:graphicData uri="http://schemas.openxmlformats.org/drawingml/2006/table">
            <a:tbl>
              <a:tblPr/>
              <a:tblGrid>
                <a:gridCol w="36648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66489">
                  <a:extLst>
                    <a:ext uri="{9D8B030D-6E8A-4147-A177-3AD203B41FA5}">
                      <a16:colId xmlns:a16="http://schemas.microsoft.com/office/drawing/2014/main" xmlns="" val="1996203912"/>
                    </a:ext>
                  </a:extLst>
                </a:gridCol>
                <a:gridCol w="5718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1810">
                  <a:extLst>
                    <a:ext uri="{9D8B030D-6E8A-4147-A177-3AD203B41FA5}">
                      <a16:colId xmlns:a16="http://schemas.microsoft.com/office/drawing/2014/main" xmlns="" val="3500108918"/>
                    </a:ext>
                  </a:extLst>
                </a:gridCol>
                <a:gridCol w="57181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3518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4664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4078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87706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67316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9385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93853">
                  <a:extLst>
                    <a:ext uri="{9D8B030D-6E8A-4147-A177-3AD203B41FA5}">
                      <a16:colId xmlns:a16="http://schemas.microsoft.com/office/drawing/2014/main" xmlns="" val="4215168625"/>
                    </a:ext>
                  </a:extLst>
                </a:gridCol>
                <a:gridCol w="367316">
                  <a:extLst>
                    <a:ext uri="{9D8B030D-6E8A-4147-A177-3AD203B41FA5}">
                      <a16:colId xmlns:a16="http://schemas.microsoft.com/office/drawing/2014/main" xmlns="" val="1721580915"/>
                    </a:ext>
                  </a:extLst>
                </a:gridCol>
                <a:gridCol w="577562">
                  <a:extLst>
                    <a:ext uri="{9D8B030D-6E8A-4147-A177-3AD203B41FA5}">
                      <a16:colId xmlns:a16="http://schemas.microsoft.com/office/drawing/2014/main" xmlns="" val="1569379475"/>
                    </a:ext>
                  </a:extLst>
                </a:gridCol>
                <a:gridCol w="41790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17908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17908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17908">
                  <a:extLst>
                    <a:ext uri="{9D8B030D-6E8A-4147-A177-3AD203B41FA5}">
                      <a16:colId xmlns:a16="http://schemas.microsoft.com/office/drawing/2014/main" xmlns="" val="1498361104"/>
                    </a:ext>
                  </a:extLst>
                </a:gridCol>
                <a:gridCol w="417908">
                  <a:extLst>
                    <a:ext uri="{9D8B030D-6E8A-4147-A177-3AD203B41FA5}">
                      <a16:colId xmlns:a16="http://schemas.microsoft.com/office/drawing/2014/main" xmlns="" val="2943260624"/>
                    </a:ext>
                  </a:extLst>
                </a:gridCol>
                <a:gridCol w="417908">
                  <a:extLst>
                    <a:ext uri="{9D8B030D-6E8A-4147-A177-3AD203B41FA5}">
                      <a16:colId xmlns:a16="http://schemas.microsoft.com/office/drawing/2014/main" xmlns="" val="1013634608"/>
                    </a:ext>
                  </a:extLst>
                </a:gridCol>
              </a:tblGrid>
              <a:tr h="1409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67754820"/>
                  </a:ext>
                </a:extLst>
              </a:tr>
              <a:tr h="169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315874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540105"/>
              </p:ext>
            </p:extLst>
          </p:nvPr>
        </p:nvGraphicFramePr>
        <p:xfrm>
          <a:off x="381000" y="2538979"/>
          <a:ext cx="8957891" cy="431800"/>
        </p:xfrm>
        <a:graphic>
          <a:graphicData uri="http://schemas.openxmlformats.org/drawingml/2006/table">
            <a:tbl>
              <a:tblPr/>
              <a:tblGrid>
                <a:gridCol w="3215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1803">
                  <a:extLst>
                    <a:ext uri="{9D8B030D-6E8A-4147-A177-3AD203B41FA5}">
                      <a16:colId xmlns:a16="http://schemas.microsoft.com/office/drawing/2014/main" xmlns="" val="3588976106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3074379037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1544011940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1369752719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3951210843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1611903794"/>
                    </a:ext>
                  </a:extLst>
                </a:gridCol>
                <a:gridCol w="772452">
                  <a:extLst>
                    <a:ext uri="{9D8B030D-6E8A-4147-A177-3AD203B41FA5}">
                      <a16:colId xmlns:a16="http://schemas.microsoft.com/office/drawing/2014/main" xmlns="" val="672083721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재고현황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통합재고</a:t>
            </a:r>
          </a:p>
        </p:txBody>
      </p:sp>
      <p:sp>
        <p:nvSpPr>
          <p:cNvPr id="53251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25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5325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53254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5325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5334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5334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325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325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3258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5334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5334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3259" name="직사각형 33"/>
          <p:cNvSpPr>
            <a:spLocks noChangeArrowheads="1"/>
          </p:cNvSpPr>
          <p:nvPr/>
        </p:nvSpPr>
        <p:spPr bwMode="auto">
          <a:xfrm>
            <a:off x="52863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260" name="직사각형 66"/>
          <p:cNvSpPr>
            <a:spLocks noChangeArrowheads="1"/>
          </p:cNvSpPr>
          <p:nvPr/>
        </p:nvSpPr>
        <p:spPr bwMode="auto">
          <a:xfrm>
            <a:off x="54832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261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53262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5334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334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3263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264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3265" name="그룹 71"/>
          <p:cNvGrpSpPr>
            <a:grpSpLocks/>
          </p:cNvGrpSpPr>
          <p:nvPr/>
        </p:nvGrpSpPr>
        <p:grpSpPr bwMode="auto">
          <a:xfrm>
            <a:off x="6289675" y="1300163"/>
            <a:ext cx="2071688" cy="230187"/>
            <a:chOff x="3238492" y="1428736"/>
            <a:chExt cx="2071698" cy="230832"/>
          </a:xfrm>
        </p:grpSpPr>
        <p:sp>
          <p:nvSpPr>
            <p:cNvPr id="5334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5334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3266" name="직사각형 33"/>
          <p:cNvSpPr>
            <a:spLocks noChangeArrowheads="1"/>
          </p:cNvSpPr>
          <p:nvPr/>
        </p:nvSpPr>
        <p:spPr bwMode="auto">
          <a:xfrm>
            <a:off x="8413750" y="1309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267" name="직사각형 66"/>
          <p:cNvSpPr>
            <a:spLocks noChangeArrowheads="1"/>
          </p:cNvSpPr>
          <p:nvPr/>
        </p:nvSpPr>
        <p:spPr bwMode="auto">
          <a:xfrm>
            <a:off x="8610600" y="13065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941841"/>
              </p:ext>
            </p:extLst>
          </p:nvPr>
        </p:nvGraphicFramePr>
        <p:xfrm>
          <a:off x="344488" y="2518070"/>
          <a:ext cx="4320480" cy="550890"/>
        </p:xfrm>
        <a:graphic>
          <a:graphicData uri="http://schemas.openxmlformats.org/drawingml/2006/table">
            <a:tbl>
              <a:tblPr/>
              <a:tblGrid>
                <a:gridCol w="2160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320108204"/>
                    </a:ext>
                  </a:extLst>
                </a:gridCol>
              </a:tblGrid>
              <a:tr h="2628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물류센터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53339" name="그룹 71"/>
          <p:cNvGrpSpPr>
            <a:grpSpLocks/>
          </p:cNvGrpSpPr>
          <p:nvPr/>
        </p:nvGrpSpPr>
        <p:grpSpPr bwMode="auto">
          <a:xfrm>
            <a:off x="20638" y="1665288"/>
            <a:ext cx="2071687" cy="230187"/>
            <a:chOff x="3238492" y="1428736"/>
            <a:chExt cx="2071698" cy="230832"/>
          </a:xfrm>
        </p:grpSpPr>
        <p:sp>
          <p:nvSpPr>
            <p:cNvPr id="5334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로트번호</a:t>
              </a:r>
              <a:endPara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334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91974"/>
              </p:ext>
            </p:extLst>
          </p:nvPr>
        </p:nvGraphicFramePr>
        <p:xfrm>
          <a:off x="4664968" y="2514252"/>
          <a:ext cx="4713913" cy="555947"/>
        </p:xfrm>
        <a:graphic>
          <a:graphicData uri="http://schemas.openxmlformats.org/drawingml/2006/table">
            <a:tbl>
              <a:tblPr/>
              <a:tblGrid>
                <a:gridCol w="410866">
                  <a:extLst>
                    <a:ext uri="{9D8B030D-6E8A-4147-A177-3AD203B41FA5}">
                      <a16:colId xmlns:a16="http://schemas.microsoft.com/office/drawing/2014/main" xmlns="" val="2135906598"/>
                    </a:ext>
                  </a:extLst>
                </a:gridCol>
                <a:gridCol w="425576">
                  <a:extLst>
                    <a:ext uri="{9D8B030D-6E8A-4147-A177-3AD203B41FA5}">
                      <a16:colId xmlns:a16="http://schemas.microsoft.com/office/drawing/2014/main" xmlns="" val="154660840"/>
                    </a:ext>
                  </a:extLst>
                </a:gridCol>
                <a:gridCol w="354646">
                  <a:extLst>
                    <a:ext uri="{9D8B030D-6E8A-4147-A177-3AD203B41FA5}">
                      <a16:colId xmlns:a16="http://schemas.microsoft.com/office/drawing/2014/main" xmlns="" val="2997428779"/>
                    </a:ext>
                  </a:extLst>
                </a:gridCol>
                <a:gridCol w="496505">
                  <a:extLst>
                    <a:ext uri="{9D8B030D-6E8A-4147-A177-3AD203B41FA5}">
                      <a16:colId xmlns:a16="http://schemas.microsoft.com/office/drawing/2014/main" xmlns="" val="1783875098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459455591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416772632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85772473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830043009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1289610214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593646870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3419902396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xmlns="" val="4119645292"/>
                    </a:ext>
                  </a:extLst>
                </a:gridCol>
              </a:tblGrid>
              <a:tr h="1409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76816715"/>
                  </a:ext>
                </a:extLst>
              </a:tr>
              <a:tr h="1409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74309322"/>
                  </a:ext>
                </a:extLst>
              </a:tr>
              <a:tr h="266315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099172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재고이력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임박재고</a:t>
            </a:r>
          </a:p>
        </p:txBody>
      </p:sp>
      <p:sp>
        <p:nvSpPr>
          <p:cNvPr id="55299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30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5530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55302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55303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5540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5540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530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5305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5306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55378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5540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5540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5379" name="직사각형 33"/>
          <p:cNvSpPr>
            <a:spLocks noChangeArrowheads="1"/>
          </p:cNvSpPr>
          <p:nvPr/>
        </p:nvSpPr>
        <p:spPr bwMode="auto">
          <a:xfrm>
            <a:off x="52863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380" name="직사각형 66"/>
          <p:cNvSpPr>
            <a:spLocks noChangeArrowheads="1"/>
          </p:cNvSpPr>
          <p:nvPr/>
        </p:nvSpPr>
        <p:spPr bwMode="auto">
          <a:xfrm>
            <a:off x="54832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5381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5540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540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5382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383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5384" name="그룹 71"/>
          <p:cNvGrpSpPr>
            <a:grpSpLocks/>
          </p:cNvGrpSpPr>
          <p:nvPr/>
        </p:nvGrpSpPr>
        <p:grpSpPr bwMode="auto">
          <a:xfrm>
            <a:off x="6289675" y="1300163"/>
            <a:ext cx="2071688" cy="230187"/>
            <a:chOff x="3238492" y="1428736"/>
            <a:chExt cx="2071698" cy="230832"/>
          </a:xfrm>
        </p:grpSpPr>
        <p:sp>
          <p:nvSpPr>
            <p:cNvPr id="5540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5540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5385" name="직사각형 33"/>
          <p:cNvSpPr>
            <a:spLocks noChangeArrowheads="1"/>
          </p:cNvSpPr>
          <p:nvPr/>
        </p:nvSpPr>
        <p:spPr bwMode="auto">
          <a:xfrm>
            <a:off x="8413750" y="1309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386" name="직사각형 66"/>
          <p:cNvSpPr>
            <a:spLocks noChangeArrowheads="1"/>
          </p:cNvSpPr>
          <p:nvPr/>
        </p:nvSpPr>
        <p:spPr bwMode="auto">
          <a:xfrm>
            <a:off x="8610600" y="13065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5387" name="그룹 71"/>
          <p:cNvGrpSpPr>
            <a:grpSpLocks/>
          </p:cNvGrpSpPr>
          <p:nvPr/>
        </p:nvGrpSpPr>
        <p:grpSpPr bwMode="auto">
          <a:xfrm>
            <a:off x="7938" y="1574800"/>
            <a:ext cx="2071687" cy="230188"/>
            <a:chOff x="3238492" y="1428736"/>
            <a:chExt cx="2071698" cy="230832"/>
          </a:xfrm>
        </p:grpSpPr>
        <p:sp>
          <p:nvSpPr>
            <p:cNvPr id="5539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유통기한</a:t>
              </a:r>
            </a:p>
          </p:txBody>
        </p:sp>
        <p:sp>
          <p:nvSpPr>
            <p:cNvPr id="5539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5389" name="그룹 71"/>
          <p:cNvGrpSpPr>
            <a:grpSpLocks/>
          </p:cNvGrpSpPr>
          <p:nvPr/>
        </p:nvGrpSpPr>
        <p:grpSpPr bwMode="auto">
          <a:xfrm>
            <a:off x="6289675" y="1612900"/>
            <a:ext cx="2071688" cy="230188"/>
            <a:chOff x="3238492" y="1428736"/>
            <a:chExt cx="2071698" cy="230832"/>
          </a:xfrm>
        </p:grpSpPr>
        <p:sp>
          <p:nvSpPr>
            <p:cNvPr id="5539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5539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</a:p>
          </p:txBody>
        </p:sp>
      </p:grpSp>
      <p:sp>
        <p:nvSpPr>
          <p:cNvPr id="55390" name="직사각형 95"/>
          <p:cNvSpPr>
            <a:spLocks noChangeArrowheads="1"/>
          </p:cNvSpPr>
          <p:nvPr/>
        </p:nvSpPr>
        <p:spPr bwMode="auto">
          <a:xfrm>
            <a:off x="2136775" y="1581150"/>
            <a:ext cx="500063" cy="2174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55391" name="직사각형 90"/>
          <p:cNvSpPr>
            <a:spLocks noChangeArrowheads="1"/>
          </p:cNvSpPr>
          <p:nvPr/>
        </p:nvSpPr>
        <p:spPr bwMode="auto">
          <a:xfrm>
            <a:off x="2493963" y="15843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5392" name="직사각형 69"/>
          <p:cNvSpPr>
            <a:spLocks noChangeArrowheads="1"/>
          </p:cNvSpPr>
          <p:nvPr/>
        </p:nvSpPr>
        <p:spPr bwMode="auto">
          <a:xfrm>
            <a:off x="8218488" y="16160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39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360282"/>
              </p:ext>
            </p:extLst>
          </p:nvPr>
        </p:nvGraphicFramePr>
        <p:xfrm>
          <a:off x="390385" y="2492896"/>
          <a:ext cx="9037640" cy="635866"/>
        </p:xfrm>
        <a:graphic>
          <a:graphicData uri="http://schemas.openxmlformats.org/drawingml/2006/table">
            <a:tbl>
              <a:tblPr/>
              <a:tblGrid>
                <a:gridCol w="2396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5496">
                  <a:extLst>
                    <a:ext uri="{9D8B030D-6E8A-4147-A177-3AD203B41FA5}">
                      <a16:colId xmlns:a16="http://schemas.microsoft.com/office/drawing/2014/main" xmlns="" val="644990893"/>
                    </a:ext>
                  </a:extLst>
                </a:gridCol>
                <a:gridCol w="3454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45496">
                  <a:extLst>
                    <a:ext uri="{9D8B030D-6E8A-4147-A177-3AD203B41FA5}">
                      <a16:colId xmlns:a16="http://schemas.microsoft.com/office/drawing/2014/main" xmlns="" val="1996203912"/>
                    </a:ext>
                  </a:extLst>
                </a:gridCol>
                <a:gridCol w="5390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39057">
                  <a:extLst>
                    <a:ext uri="{9D8B030D-6E8A-4147-A177-3AD203B41FA5}">
                      <a16:colId xmlns:a16="http://schemas.microsoft.com/office/drawing/2014/main" xmlns="" val="3500108918"/>
                    </a:ext>
                  </a:extLst>
                </a:gridCol>
                <a:gridCol w="5390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930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2679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1553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5404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46276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7702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77021">
                  <a:extLst>
                    <a:ext uri="{9D8B030D-6E8A-4147-A177-3AD203B41FA5}">
                      <a16:colId xmlns:a16="http://schemas.microsoft.com/office/drawing/2014/main" xmlns="" val="4215168625"/>
                    </a:ext>
                  </a:extLst>
                </a:gridCol>
                <a:gridCol w="346276">
                  <a:extLst>
                    <a:ext uri="{9D8B030D-6E8A-4147-A177-3AD203B41FA5}">
                      <a16:colId xmlns:a16="http://schemas.microsoft.com/office/drawing/2014/main" xmlns="" val="1721580915"/>
                    </a:ext>
                  </a:extLst>
                </a:gridCol>
                <a:gridCol w="544479">
                  <a:extLst>
                    <a:ext uri="{9D8B030D-6E8A-4147-A177-3AD203B41FA5}">
                      <a16:colId xmlns:a16="http://schemas.microsoft.com/office/drawing/2014/main" xmlns="" val="1569379475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1498361104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2943260624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1013634608"/>
                    </a:ext>
                  </a:extLst>
                </a:gridCol>
              </a:tblGrid>
              <a:tr h="1409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67754820"/>
                  </a:ext>
                </a:extLst>
              </a:tr>
              <a:tr h="169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315874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755802"/>
              </p:ext>
            </p:extLst>
          </p:nvPr>
        </p:nvGraphicFramePr>
        <p:xfrm>
          <a:off x="391973" y="3233848"/>
          <a:ext cx="9036050" cy="431800"/>
        </p:xfrm>
        <a:graphic>
          <a:graphicData uri="http://schemas.openxmlformats.org/drawingml/2006/table">
            <a:tbl>
              <a:tblPr/>
              <a:tblGrid>
                <a:gridCol w="7110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9093">
                  <a:extLst>
                    <a:ext uri="{9D8B030D-6E8A-4147-A177-3AD203B41FA5}">
                      <a16:colId xmlns:a16="http://schemas.microsoft.com/office/drawing/2014/main" xmlns="" val="393206023"/>
                    </a:ext>
                  </a:extLst>
                </a:gridCol>
                <a:gridCol w="890014">
                  <a:extLst>
                    <a:ext uri="{9D8B030D-6E8A-4147-A177-3AD203B41FA5}">
                      <a16:colId xmlns:a16="http://schemas.microsoft.com/office/drawing/2014/main" xmlns="" val="3588976106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3074379037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544011940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369752719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3951210843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611903794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재고이력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체화재고</a:t>
            </a:r>
          </a:p>
        </p:txBody>
      </p:sp>
      <p:sp>
        <p:nvSpPr>
          <p:cNvPr id="57347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4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5734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57350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57351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5745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5745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35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735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7354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5745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5745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355" name="직사각형 33"/>
          <p:cNvSpPr>
            <a:spLocks noChangeArrowheads="1"/>
          </p:cNvSpPr>
          <p:nvPr/>
        </p:nvSpPr>
        <p:spPr bwMode="auto">
          <a:xfrm>
            <a:off x="52863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56" name="직사각형 66"/>
          <p:cNvSpPr>
            <a:spLocks noChangeArrowheads="1"/>
          </p:cNvSpPr>
          <p:nvPr/>
        </p:nvSpPr>
        <p:spPr bwMode="auto">
          <a:xfrm>
            <a:off x="54832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57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57358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5745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745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359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60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7361" name="그룹 71"/>
          <p:cNvGrpSpPr>
            <a:grpSpLocks/>
          </p:cNvGrpSpPr>
          <p:nvPr/>
        </p:nvGrpSpPr>
        <p:grpSpPr bwMode="auto">
          <a:xfrm>
            <a:off x="6289675" y="1300163"/>
            <a:ext cx="2071688" cy="230187"/>
            <a:chOff x="3238492" y="1428736"/>
            <a:chExt cx="2071698" cy="230832"/>
          </a:xfrm>
        </p:grpSpPr>
        <p:sp>
          <p:nvSpPr>
            <p:cNvPr id="5745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5745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362" name="직사각형 33"/>
          <p:cNvSpPr>
            <a:spLocks noChangeArrowheads="1"/>
          </p:cNvSpPr>
          <p:nvPr/>
        </p:nvSpPr>
        <p:spPr bwMode="auto">
          <a:xfrm>
            <a:off x="8413750" y="1309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363" name="직사각형 66"/>
          <p:cNvSpPr>
            <a:spLocks noChangeArrowheads="1"/>
          </p:cNvSpPr>
          <p:nvPr/>
        </p:nvSpPr>
        <p:spPr bwMode="auto">
          <a:xfrm>
            <a:off x="8610600" y="13065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7439" name="그룹 71"/>
          <p:cNvGrpSpPr>
            <a:grpSpLocks/>
          </p:cNvGrpSpPr>
          <p:nvPr/>
        </p:nvGrpSpPr>
        <p:grpSpPr bwMode="auto">
          <a:xfrm>
            <a:off x="6289675" y="1612900"/>
            <a:ext cx="2071688" cy="230188"/>
            <a:chOff x="3238492" y="1428736"/>
            <a:chExt cx="2071698" cy="230832"/>
          </a:xfrm>
        </p:grpSpPr>
        <p:sp>
          <p:nvSpPr>
            <p:cNvPr id="5744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제품상태</a:t>
              </a:r>
            </a:p>
          </p:txBody>
        </p:sp>
        <p:sp>
          <p:nvSpPr>
            <p:cNvPr id="5744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</a:p>
          </p:txBody>
        </p:sp>
      </p:grpSp>
      <p:sp>
        <p:nvSpPr>
          <p:cNvPr id="57440" name="직사각형 69"/>
          <p:cNvSpPr>
            <a:spLocks noChangeArrowheads="1"/>
          </p:cNvSpPr>
          <p:nvPr/>
        </p:nvSpPr>
        <p:spPr bwMode="auto">
          <a:xfrm>
            <a:off x="8218488" y="16160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7442" name="그룹 71"/>
          <p:cNvGrpSpPr>
            <a:grpSpLocks/>
          </p:cNvGrpSpPr>
          <p:nvPr/>
        </p:nvGrpSpPr>
        <p:grpSpPr bwMode="auto">
          <a:xfrm>
            <a:off x="7938" y="1574800"/>
            <a:ext cx="2071687" cy="230188"/>
            <a:chOff x="3238492" y="1428736"/>
            <a:chExt cx="2071698" cy="230832"/>
          </a:xfrm>
        </p:grpSpPr>
        <p:sp>
          <p:nvSpPr>
            <p:cNvPr id="5744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보관기간</a:t>
              </a:r>
            </a:p>
          </p:txBody>
        </p:sp>
        <p:sp>
          <p:nvSpPr>
            <p:cNvPr id="5744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443" name="직사각형 95"/>
          <p:cNvSpPr>
            <a:spLocks noChangeArrowheads="1"/>
          </p:cNvSpPr>
          <p:nvPr/>
        </p:nvSpPr>
        <p:spPr bwMode="auto">
          <a:xfrm>
            <a:off x="2136775" y="1581150"/>
            <a:ext cx="500063" cy="2174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57444" name="직사각형 90"/>
          <p:cNvSpPr>
            <a:spLocks noChangeArrowheads="1"/>
          </p:cNvSpPr>
          <p:nvPr/>
        </p:nvSpPr>
        <p:spPr bwMode="auto">
          <a:xfrm>
            <a:off x="2493963" y="15843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4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020177"/>
              </p:ext>
            </p:extLst>
          </p:nvPr>
        </p:nvGraphicFramePr>
        <p:xfrm>
          <a:off x="390385" y="2492896"/>
          <a:ext cx="9037640" cy="635866"/>
        </p:xfrm>
        <a:graphic>
          <a:graphicData uri="http://schemas.openxmlformats.org/drawingml/2006/table">
            <a:tbl>
              <a:tblPr/>
              <a:tblGrid>
                <a:gridCol w="2396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5496">
                  <a:extLst>
                    <a:ext uri="{9D8B030D-6E8A-4147-A177-3AD203B41FA5}">
                      <a16:colId xmlns:a16="http://schemas.microsoft.com/office/drawing/2014/main" xmlns="" val="644990893"/>
                    </a:ext>
                  </a:extLst>
                </a:gridCol>
                <a:gridCol w="3454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45496">
                  <a:extLst>
                    <a:ext uri="{9D8B030D-6E8A-4147-A177-3AD203B41FA5}">
                      <a16:colId xmlns:a16="http://schemas.microsoft.com/office/drawing/2014/main" xmlns="" val="1996203912"/>
                    </a:ext>
                  </a:extLst>
                </a:gridCol>
                <a:gridCol w="53905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39057">
                  <a:extLst>
                    <a:ext uri="{9D8B030D-6E8A-4147-A177-3AD203B41FA5}">
                      <a16:colId xmlns:a16="http://schemas.microsoft.com/office/drawing/2014/main" xmlns="" val="3500108918"/>
                    </a:ext>
                  </a:extLst>
                </a:gridCol>
                <a:gridCol w="53905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930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2679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1553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5404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46276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7702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77021">
                  <a:extLst>
                    <a:ext uri="{9D8B030D-6E8A-4147-A177-3AD203B41FA5}">
                      <a16:colId xmlns:a16="http://schemas.microsoft.com/office/drawing/2014/main" xmlns="" val="4215168625"/>
                    </a:ext>
                  </a:extLst>
                </a:gridCol>
                <a:gridCol w="346276">
                  <a:extLst>
                    <a:ext uri="{9D8B030D-6E8A-4147-A177-3AD203B41FA5}">
                      <a16:colId xmlns:a16="http://schemas.microsoft.com/office/drawing/2014/main" xmlns="" val="1721580915"/>
                    </a:ext>
                  </a:extLst>
                </a:gridCol>
                <a:gridCol w="544479">
                  <a:extLst>
                    <a:ext uri="{9D8B030D-6E8A-4147-A177-3AD203B41FA5}">
                      <a16:colId xmlns:a16="http://schemas.microsoft.com/office/drawing/2014/main" xmlns="" val="1569379475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1498361104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2943260624"/>
                    </a:ext>
                  </a:extLst>
                </a:gridCol>
                <a:gridCol w="393969">
                  <a:extLst>
                    <a:ext uri="{9D8B030D-6E8A-4147-A177-3AD203B41FA5}">
                      <a16:colId xmlns:a16="http://schemas.microsoft.com/office/drawing/2014/main" xmlns="" val="1013634608"/>
                    </a:ext>
                  </a:extLst>
                </a:gridCol>
              </a:tblGrid>
              <a:tr h="1409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67754820"/>
                  </a:ext>
                </a:extLst>
              </a:tr>
              <a:tr h="169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0315874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943744"/>
              </p:ext>
            </p:extLst>
          </p:nvPr>
        </p:nvGraphicFramePr>
        <p:xfrm>
          <a:off x="391973" y="3233848"/>
          <a:ext cx="9036050" cy="431800"/>
        </p:xfrm>
        <a:graphic>
          <a:graphicData uri="http://schemas.openxmlformats.org/drawingml/2006/table">
            <a:tbl>
              <a:tblPr/>
              <a:tblGrid>
                <a:gridCol w="7110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9093">
                  <a:extLst>
                    <a:ext uri="{9D8B030D-6E8A-4147-A177-3AD203B41FA5}">
                      <a16:colId xmlns:a16="http://schemas.microsoft.com/office/drawing/2014/main" xmlns="" val="393206023"/>
                    </a:ext>
                  </a:extLst>
                </a:gridCol>
                <a:gridCol w="890014">
                  <a:extLst>
                    <a:ext uri="{9D8B030D-6E8A-4147-A177-3AD203B41FA5}">
                      <a16:colId xmlns:a16="http://schemas.microsoft.com/office/drawing/2014/main" xmlns="" val="3588976106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3074379037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544011940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369752719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3951210843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3993">
                  <a:extLst>
                    <a:ext uri="{9D8B030D-6E8A-4147-A177-3AD203B41FA5}">
                      <a16:colId xmlns:a16="http://schemas.microsoft.com/office/drawing/2014/main" xmlns="" val="1611903794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100g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일자별수불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395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396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59397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59398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59399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5948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5948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940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940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59402" name="그룹 71"/>
          <p:cNvGrpSpPr>
            <a:grpSpLocks/>
          </p:cNvGrpSpPr>
          <p:nvPr/>
        </p:nvGrpSpPr>
        <p:grpSpPr bwMode="auto">
          <a:xfrm>
            <a:off x="6248400" y="1295400"/>
            <a:ext cx="2071688" cy="230188"/>
            <a:chOff x="3238492" y="1428736"/>
            <a:chExt cx="2071698" cy="230832"/>
          </a:xfrm>
        </p:grpSpPr>
        <p:sp>
          <p:nvSpPr>
            <p:cNvPr id="5948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5948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9403" name="직사각형 33"/>
          <p:cNvSpPr>
            <a:spLocks noChangeArrowheads="1"/>
          </p:cNvSpPr>
          <p:nvPr/>
        </p:nvSpPr>
        <p:spPr bwMode="auto">
          <a:xfrm>
            <a:off x="83724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404" name="직사각형 66"/>
          <p:cNvSpPr>
            <a:spLocks noChangeArrowheads="1"/>
          </p:cNvSpPr>
          <p:nvPr/>
        </p:nvSpPr>
        <p:spPr bwMode="auto">
          <a:xfrm>
            <a:off x="85693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405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59406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5947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5947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9407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408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0" name="Group 139"/>
          <p:cNvGraphicFramePr>
            <a:graphicFrameLocks noGrp="1"/>
          </p:cNvGraphicFramePr>
          <p:nvPr/>
        </p:nvGraphicFramePr>
        <p:xfrm>
          <a:off x="379413" y="2513013"/>
          <a:ext cx="8894762" cy="771525"/>
        </p:xfrm>
        <a:graphic>
          <a:graphicData uri="http://schemas.openxmlformats.org/drawingml/2006/table">
            <a:tbl>
              <a:tblPr/>
              <a:tblGrid>
                <a:gridCol w="2949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49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307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34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03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347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74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7863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0717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5135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5135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5135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8858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8812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6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수불일자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97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1" name="Group 139"/>
          <p:cNvGraphicFramePr>
            <a:graphicFrameLocks noGrp="1"/>
          </p:cNvGraphicFramePr>
          <p:nvPr/>
        </p:nvGraphicFramePr>
        <p:xfrm>
          <a:off x="381000" y="3436938"/>
          <a:ext cx="4067176" cy="639762"/>
        </p:xfrm>
        <a:graphic>
          <a:graphicData uri="http://schemas.openxmlformats.org/drawingml/2006/table">
            <a:tbl>
              <a:tblPr/>
              <a:tblGrid>
                <a:gridCol w="10258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74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23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59471" name="그룹 71"/>
          <p:cNvGrpSpPr>
            <a:grpSpLocks/>
          </p:cNvGrpSpPr>
          <p:nvPr/>
        </p:nvGrpSpPr>
        <p:grpSpPr bwMode="auto">
          <a:xfrm>
            <a:off x="3286125" y="1295400"/>
            <a:ext cx="2071688" cy="230188"/>
            <a:chOff x="3238492" y="1428736"/>
            <a:chExt cx="2071698" cy="230832"/>
          </a:xfrm>
        </p:grpSpPr>
        <p:sp>
          <p:nvSpPr>
            <p:cNvPr id="5947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수불기간</a:t>
              </a:r>
            </a:p>
          </p:txBody>
        </p:sp>
        <p:sp>
          <p:nvSpPr>
            <p:cNvPr id="5947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9472" name="직사각형 66"/>
          <p:cNvSpPr>
            <a:spLocks noChangeArrowheads="1"/>
          </p:cNvSpPr>
          <p:nvPr/>
        </p:nvSpPr>
        <p:spPr bwMode="auto">
          <a:xfrm>
            <a:off x="5607050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473" name="직사각형 33"/>
          <p:cNvSpPr>
            <a:spLocks noChangeArrowheads="1"/>
          </p:cNvSpPr>
          <p:nvPr/>
        </p:nvSpPr>
        <p:spPr bwMode="auto">
          <a:xfrm>
            <a:off x="521493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474" name="직사각형 33"/>
          <p:cNvSpPr>
            <a:spLocks noChangeArrowheads="1"/>
          </p:cNvSpPr>
          <p:nvPr/>
        </p:nvSpPr>
        <p:spPr bwMode="auto">
          <a:xfrm>
            <a:off x="646588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475" name="TextBox 65"/>
          <p:cNvSpPr txBox="1">
            <a:spLocks noChangeArrowheads="1"/>
          </p:cNvSpPr>
          <p:nvPr/>
        </p:nvSpPr>
        <p:spPr bwMode="auto">
          <a:xfrm>
            <a:off x="5376863" y="130175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기간별수불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43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44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1445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61446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6144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153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153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448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1449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61450" name="그룹 71"/>
          <p:cNvGrpSpPr>
            <a:grpSpLocks/>
          </p:cNvGrpSpPr>
          <p:nvPr/>
        </p:nvGrpSpPr>
        <p:grpSpPr bwMode="auto">
          <a:xfrm>
            <a:off x="6248400" y="1295400"/>
            <a:ext cx="2071688" cy="230188"/>
            <a:chOff x="3238492" y="1428736"/>
            <a:chExt cx="2071698" cy="230832"/>
          </a:xfrm>
        </p:grpSpPr>
        <p:sp>
          <p:nvSpPr>
            <p:cNvPr id="6152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6152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451" name="직사각형 33"/>
          <p:cNvSpPr>
            <a:spLocks noChangeArrowheads="1"/>
          </p:cNvSpPr>
          <p:nvPr/>
        </p:nvSpPr>
        <p:spPr bwMode="auto">
          <a:xfrm>
            <a:off x="83724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52" name="직사각형 66"/>
          <p:cNvSpPr>
            <a:spLocks noChangeArrowheads="1"/>
          </p:cNvSpPr>
          <p:nvPr/>
        </p:nvSpPr>
        <p:spPr bwMode="auto">
          <a:xfrm>
            <a:off x="85693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53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61454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61526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61527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455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56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677060"/>
              </p:ext>
            </p:extLst>
          </p:nvPr>
        </p:nvGraphicFramePr>
        <p:xfrm>
          <a:off x="379413" y="2513013"/>
          <a:ext cx="8143409" cy="771525"/>
        </p:xfrm>
        <a:graphic>
          <a:graphicData uri="http://schemas.openxmlformats.org/drawingml/2006/table">
            <a:tbl>
              <a:tblPr/>
              <a:tblGrid>
                <a:gridCol w="2949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49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307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34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303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347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74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7863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0717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5135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5135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8858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88124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6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97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1" name="Group 139"/>
          <p:cNvGraphicFramePr>
            <a:graphicFrameLocks noGrp="1"/>
          </p:cNvGraphicFramePr>
          <p:nvPr/>
        </p:nvGraphicFramePr>
        <p:xfrm>
          <a:off x="381000" y="3436938"/>
          <a:ext cx="4067176" cy="639762"/>
        </p:xfrm>
        <a:graphic>
          <a:graphicData uri="http://schemas.openxmlformats.org/drawingml/2006/table">
            <a:tbl>
              <a:tblPr/>
              <a:tblGrid>
                <a:gridCol w="10258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74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23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61519" name="그룹 71"/>
          <p:cNvGrpSpPr>
            <a:grpSpLocks/>
          </p:cNvGrpSpPr>
          <p:nvPr/>
        </p:nvGrpSpPr>
        <p:grpSpPr bwMode="auto">
          <a:xfrm>
            <a:off x="3286125" y="1295400"/>
            <a:ext cx="2071688" cy="230188"/>
            <a:chOff x="3238492" y="1428736"/>
            <a:chExt cx="2071698" cy="230832"/>
          </a:xfrm>
        </p:grpSpPr>
        <p:sp>
          <p:nvSpPr>
            <p:cNvPr id="6152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수불기간</a:t>
              </a:r>
            </a:p>
          </p:txBody>
        </p:sp>
        <p:sp>
          <p:nvSpPr>
            <p:cNvPr id="6152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1520" name="직사각형 66"/>
          <p:cNvSpPr>
            <a:spLocks noChangeArrowheads="1"/>
          </p:cNvSpPr>
          <p:nvPr/>
        </p:nvSpPr>
        <p:spPr bwMode="auto">
          <a:xfrm>
            <a:off x="5607050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521" name="직사각형 33"/>
          <p:cNvSpPr>
            <a:spLocks noChangeArrowheads="1"/>
          </p:cNvSpPr>
          <p:nvPr/>
        </p:nvSpPr>
        <p:spPr bwMode="auto">
          <a:xfrm>
            <a:off x="521493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522" name="직사각형 33"/>
          <p:cNvSpPr>
            <a:spLocks noChangeArrowheads="1"/>
          </p:cNvSpPr>
          <p:nvPr/>
        </p:nvSpPr>
        <p:spPr bwMode="auto">
          <a:xfrm>
            <a:off x="646588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523" name="TextBox 65"/>
          <p:cNvSpPr txBox="1">
            <a:spLocks noChangeArrowheads="1"/>
          </p:cNvSpPr>
          <p:nvPr/>
        </p:nvSpPr>
        <p:spPr bwMode="auto">
          <a:xfrm>
            <a:off x="5376863" y="130175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제품별수불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539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540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5541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65542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65543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562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563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544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5545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65546" name="그룹 71"/>
          <p:cNvGrpSpPr>
            <a:grpSpLocks/>
          </p:cNvGrpSpPr>
          <p:nvPr/>
        </p:nvGrpSpPr>
        <p:grpSpPr bwMode="auto">
          <a:xfrm>
            <a:off x="6248400" y="1295400"/>
            <a:ext cx="2071688" cy="230188"/>
            <a:chOff x="3238492" y="1428736"/>
            <a:chExt cx="2071698" cy="230832"/>
          </a:xfrm>
        </p:grpSpPr>
        <p:sp>
          <p:nvSpPr>
            <p:cNvPr id="6562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6562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547" name="직사각형 33"/>
          <p:cNvSpPr>
            <a:spLocks noChangeArrowheads="1"/>
          </p:cNvSpPr>
          <p:nvPr/>
        </p:nvSpPr>
        <p:spPr bwMode="auto">
          <a:xfrm>
            <a:off x="83724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548" name="직사각형 66"/>
          <p:cNvSpPr>
            <a:spLocks noChangeArrowheads="1"/>
          </p:cNvSpPr>
          <p:nvPr/>
        </p:nvSpPr>
        <p:spPr bwMode="auto">
          <a:xfrm>
            <a:off x="85693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549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65550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6562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6562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551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552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155911"/>
              </p:ext>
            </p:extLst>
          </p:nvPr>
        </p:nvGraphicFramePr>
        <p:xfrm>
          <a:off x="379413" y="2513013"/>
          <a:ext cx="8894762" cy="771525"/>
        </p:xfrm>
        <a:graphic>
          <a:graphicData uri="http://schemas.openxmlformats.org/drawingml/2006/table">
            <a:tbl>
              <a:tblPr/>
              <a:tblGrid>
                <a:gridCol w="2719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19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5049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117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8659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117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324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2577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754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9282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9282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9282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692829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42735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42314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</a:tblGrid>
              <a:tr h="26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수불일자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97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1" name="Group 139"/>
          <p:cNvGraphicFramePr>
            <a:graphicFrameLocks noGrp="1"/>
          </p:cNvGraphicFramePr>
          <p:nvPr/>
        </p:nvGraphicFramePr>
        <p:xfrm>
          <a:off x="381000" y="3436938"/>
          <a:ext cx="4067176" cy="639762"/>
        </p:xfrm>
        <a:graphic>
          <a:graphicData uri="http://schemas.openxmlformats.org/drawingml/2006/table">
            <a:tbl>
              <a:tblPr/>
              <a:tblGrid>
                <a:gridCol w="10258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74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23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65618" name="그룹 71"/>
          <p:cNvGrpSpPr>
            <a:grpSpLocks/>
          </p:cNvGrpSpPr>
          <p:nvPr/>
        </p:nvGrpSpPr>
        <p:grpSpPr bwMode="auto">
          <a:xfrm>
            <a:off x="3286125" y="1295400"/>
            <a:ext cx="2071688" cy="230188"/>
            <a:chOff x="3238492" y="1428736"/>
            <a:chExt cx="2071698" cy="230832"/>
          </a:xfrm>
        </p:grpSpPr>
        <p:sp>
          <p:nvSpPr>
            <p:cNvPr id="6562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수불기간</a:t>
              </a:r>
            </a:p>
          </p:txBody>
        </p:sp>
        <p:sp>
          <p:nvSpPr>
            <p:cNvPr id="6562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619" name="직사각형 66"/>
          <p:cNvSpPr>
            <a:spLocks noChangeArrowheads="1"/>
          </p:cNvSpPr>
          <p:nvPr/>
        </p:nvSpPr>
        <p:spPr bwMode="auto">
          <a:xfrm>
            <a:off x="5607050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620" name="직사각형 33"/>
          <p:cNvSpPr>
            <a:spLocks noChangeArrowheads="1"/>
          </p:cNvSpPr>
          <p:nvPr/>
        </p:nvSpPr>
        <p:spPr bwMode="auto">
          <a:xfrm>
            <a:off x="521493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621" name="직사각형 33"/>
          <p:cNvSpPr>
            <a:spLocks noChangeArrowheads="1"/>
          </p:cNvSpPr>
          <p:nvPr/>
        </p:nvSpPr>
        <p:spPr bwMode="auto">
          <a:xfrm>
            <a:off x="646588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622" name="TextBox 65"/>
          <p:cNvSpPr txBox="1">
            <a:spLocks noChangeArrowheads="1"/>
          </p:cNvSpPr>
          <p:nvPr/>
        </p:nvSpPr>
        <p:spPr bwMode="auto">
          <a:xfrm>
            <a:off x="5376863" y="130175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제품별입출고</a:t>
            </a:r>
          </a:p>
        </p:txBody>
      </p:sp>
      <p:sp>
        <p:nvSpPr>
          <p:cNvPr id="63491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492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3493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sp>
        <p:nvSpPr>
          <p:cNvPr id="63494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grpSp>
        <p:nvGrpSpPr>
          <p:cNvPr id="63495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358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358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3496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3497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63498" name="그룹 71"/>
          <p:cNvGrpSpPr>
            <a:grpSpLocks/>
          </p:cNvGrpSpPr>
          <p:nvPr/>
        </p:nvGrpSpPr>
        <p:grpSpPr bwMode="auto">
          <a:xfrm>
            <a:off x="6248400" y="1295400"/>
            <a:ext cx="2071688" cy="230188"/>
            <a:chOff x="3238492" y="1428736"/>
            <a:chExt cx="2071698" cy="230832"/>
          </a:xfrm>
        </p:grpSpPr>
        <p:sp>
          <p:nvSpPr>
            <p:cNvPr id="6357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6358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3499" name="직사각형 33"/>
          <p:cNvSpPr>
            <a:spLocks noChangeArrowheads="1"/>
          </p:cNvSpPr>
          <p:nvPr/>
        </p:nvSpPr>
        <p:spPr bwMode="auto">
          <a:xfrm>
            <a:off x="83724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500" name="직사각형 66"/>
          <p:cNvSpPr>
            <a:spLocks noChangeArrowheads="1"/>
          </p:cNvSpPr>
          <p:nvPr/>
        </p:nvSpPr>
        <p:spPr bwMode="auto">
          <a:xfrm>
            <a:off x="85693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501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63502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63577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63578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3503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504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989410"/>
              </p:ext>
            </p:extLst>
          </p:nvPr>
        </p:nvGraphicFramePr>
        <p:xfrm>
          <a:off x="379413" y="2513013"/>
          <a:ext cx="8894762" cy="771525"/>
        </p:xfrm>
        <a:graphic>
          <a:graphicData uri="http://schemas.openxmlformats.org/drawingml/2006/table">
            <a:tbl>
              <a:tblPr/>
              <a:tblGrid>
                <a:gridCol w="2719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19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5049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1179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8659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117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3249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2577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754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9282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9282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9282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692829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542735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42314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</a:tblGrid>
              <a:tr h="26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입출고일자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입출고구분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재고수량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974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2016-11-03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1" name="Group 139"/>
          <p:cNvGraphicFramePr>
            <a:graphicFrameLocks noGrp="1"/>
          </p:cNvGraphicFramePr>
          <p:nvPr/>
        </p:nvGraphicFramePr>
        <p:xfrm>
          <a:off x="381000" y="3436938"/>
          <a:ext cx="4067176" cy="639762"/>
        </p:xfrm>
        <a:graphic>
          <a:graphicData uri="http://schemas.openxmlformats.org/drawingml/2006/table">
            <a:tbl>
              <a:tblPr/>
              <a:tblGrid>
                <a:gridCol w="10258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378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174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재고중량</a:t>
                      </a: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23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6" marR="7646" marT="763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63570" name="그룹 71"/>
          <p:cNvGrpSpPr>
            <a:grpSpLocks/>
          </p:cNvGrpSpPr>
          <p:nvPr/>
        </p:nvGrpSpPr>
        <p:grpSpPr bwMode="auto">
          <a:xfrm>
            <a:off x="3286125" y="1295400"/>
            <a:ext cx="2071688" cy="230188"/>
            <a:chOff x="3238492" y="1428736"/>
            <a:chExt cx="2071698" cy="230832"/>
          </a:xfrm>
        </p:grpSpPr>
        <p:sp>
          <p:nvSpPr>
            <p:cNvPr id="6357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입출고기간</a:t>
              </a:r>
            </a:p>
          </p:txBody>
        </p:sp>
        <p:sp>
          <p:nvSpPr>
            <p:cNvPr id="6357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3571" name="직사각형 66"/>
          <p:cNvSpPr>
            <a:spLocks noChangeArrowheads="1"/>
          </p:cNvSpPr>
          <p:nvPr/>
        </p:nvSpPr>
        <p:spPr bwMode="auto">
          <a:xfrm>
            <a:off x="5607050" y="13017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572" name="직사각형 33"/>
          <p:cNvSpPr>
            <a:spLocks noChangeArrowheads="1"/>
          </p:cNvSpPr>
          <p:nvPr/>
        </p:nvSpPr>
        <p:spPr bwMode="auto">
          <a:xfrm>
            <a:off x="521493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573" name="직사각형 33"/>
          <p:cNvSpPr>
            <a:spLocks noChangeArrowheads="1"/>
          </p:cNvSpPr>
          <p:nvPr/>
        </p:nvSpPr>
        <p:spPr bwMode="auto">
          <a:xfrm>
            <a:off x="6465888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574" name="TextBox 65"/>
          <p:cNvSpPr txBox="1">
            <a:spLocks noChangeArrowheads="1"/>
          </p:cNvSpPr>
          <p:nvPr/>
        </p:nvSpPr>
        <p:spPr bwMode="auto">
          <a:xfrm>
            <a:off x="5376863" y="1301750"/>
            <a:ext cx="214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Box 16"/>
          <p:cNvSpPr txBox="1">
            <a:spLocks noChangeArrowheads="1"/>
          </p:cNvSpPr>
          <p:nvPr/>
        </p:nvSpPr>
        <p:spPr bwMode="auto">
          <a:xfrm>
            <a:off x="4167188" y="714375"/>
            <a:ext cx="19954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재고입출고이력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587" name="직사각형 54"/>
          <p:cNvSpPr>
            <a:spLocks noChangeArrowheads="1"/>
          </p:cNvSpPr>
          <p:nvPr/>
        </p:nvSpPr>
        <p:spPr bwMode="auto">
          <a:xfrm>
            <a:off x="309563" y="2420938"/>
            <a:ext cx="9215437" cy="38877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588" name="Text Box 163"/>
          <p:cNvSpPr txBox="1">
            <a:spLocks noChangeArrowheads="1"/>
          </p:cNvSpPr>
          <p:nvPr/>
        </p:nvSpPr>
        <p:spPr bwMode="auto">
          <a:xfrm>
            <a:off x="6865938" y="476250"/>
            <a:ext cx="1439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2016 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월 </a:t>
            </a:r>
            <a:r>
              <a:rPr lang="en-US" altLang="ko-KR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일</a:t>
            </a:r>
          </a:p>
        </p:txBody>
      </p:sp>
      <p:sp>
        <p:nvSpPr>
          <p:cNvPr id="67589" name="Text Box 163"/>
          <p:cNvSpPr txBox="1">
            <a:spLocks noChangeArrowheads="1"/>
          </p:cNvSpPr>
          <p:nvPr/>
        </p:nvSpPr>
        <p:spPr bwMode="auto">
          <a:xfrm>
            <a:off x="6851650" y="242888"/>
            <a:ext cx="1439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ko-KR" altLang="en-US" sz="900" b="1" dirty="0">
                <a:solidFill>
                  <a:srgbClr val="77777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이종혁</a:t>
            </a:r>
          </a:p>
        </p:txBody>
      </p:sp>
      <p:grpSp>
        <p:nvGrpSpPr>
          <p:cNvPr id="6759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67732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67733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759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592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593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aphicFrame>
        <p:nvGraphicFramePr>
          <p:cNvPr id="31" name="표 30"/>
          <p:cNvGraphicFramePr>
            <a:graphicFrameLocks noGrp="1"/>
          </p:cNvGraphicFramePr>
          <p:nvPr/>
        </p:nvGraphicFramePr>
        <p:xfrm>
          <a:off x="381000" y="2565400"/>
          <a:ext cx="9109076" cy="496888"/>
        </p:xfrm>
        <a:graphic>
          <a:graphicData uri="http://schemas.openxmlformats.org/drawingml/2006/table">
            <a:tbl>
              <a:tblPr/>
              <a:tblGrid>
                <a:gridCol w="5395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40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408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408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40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0408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0408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7610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648112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504087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68085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68085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</a:tblGrid>
              <a:tr h="2821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작업일자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작업시간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주문종류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주문유형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작업순번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상세순번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규격코드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규격명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제품상태코드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제품상태명</a:t>
                      </a: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75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/>
        </p:nvGraphicFramePr>
        <p:xfrm>
          <a:off x="417513" y="3284538"/>
          <a:ext cx="4319587" cy="496887"/>
        </p:xfrm>
        <a:graphic>
          <a:graphicData uri="http://schemas.openxmlformats.org/drawingml/2006/table">
            <a:tbl>
              <a:tblPr/>
              <a:tblGrid>
                <a:gridCol w="5037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39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79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1993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980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3715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0874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2821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로케이션코드</a:t>
                      </a: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예정수량</a:t>
                      </a: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작업수량</a:t>
                      </a: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재고반영수량</a:t>
                      </a: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75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4" name="표 33"/>
          <p:cNvGraphicFramePr>
            <a:graphicFrameLocks noGrp="1"/>
          </p:cNvGraphicFramePr>
          <p:nvPr/>
        </p:nvGraphicFramePr>
        <p:xfrm>
          <a:off x="444500" y="3932238"/>
          <a:ext cx="5229224" cy="496887"/>
        </p:xfrm>
        <a:graphic>
          <a:graphicData uri="http://schemas.openxmlformats.org/drawingml/2006/table">
            <a:tbl>
              <a:tblPr/>
              <a:tblGrid>
                <a:gridCol w="72977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29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299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3728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728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4471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4471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4471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4471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282133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en-US" altLang="ko-KR" sz="900" b="1" i="0" u="none" strike="noStrike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900" b="1" i="0" u="none" strike="noStrik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4754"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9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67701" name="직사각형 80"/>
          <p:cNvSpPr>
            <a:spLocks noChangeArrowheads="1"/>
          </p:cNvSpPr>
          <p:nvPr/>
        </p:nvSpPr>
        <p:spPr bwMode="auto">
          <a:xfrm>
            <a:off x="744538" y="1644650"/>
            <a:ext cx="785812" cy="2317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02" name="직사각형 81"/>
          <p:cNvSpPr>
            <a:spLocks noChangeArrowheads="1"/>
          </p:cNvSpPr>
          <p:nvPr/>
        </p:nvSpPr>
        <p:spPr bwMode="auto">
          <a:xfrm>
            <a:off x="1565275" y="164465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03" name="직사각형 40"/>
          <p:cNvSpPr>
            <a:spLocks noChangeArrowheads="1"/>
          </p:cNvSpPr>
          <p:nvPr/>
        </p:nvSpPr>
        <p:spPr bwMode="auto">
          <a:xfrm>
            <a:off x="1763713" y="1644650"/>
            <a:ext cx="1409700" cy="231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04" name="TextBox 79"/>
          <p:cNvSpPr txBox="1">
            <a:spLocks noChangeArrowheads="1"/>
          </p:cNvSpPr>
          <p:nvPr/>
        </p:nvSpPr>
        <p:spPr bwMode="auto">
          <a:xfrm>
            <a:off x="173038" y="1628775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제품코드</a:t>
            </a:r>
          </a:p>
        </p:txBody>
      </p:sp>
      <p:sp>
        <p:nvSpPr>
          <p:cNvPr id="67705" name="TextBox 67"/>
          <p:cNvSpPr txBox="1">
            <a:spLocks noChangeArrowheads="1"/>
          </p:cNvSpPr>
          <p:nvPr/>
        </p:nvSpPr>
        <p:spPr bwMode="auto">
          <a:xfrm>
            <a:off x="3198813" y="163036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규격</a:t>
            </a:r>
          </a:p>
        </p:txBody>
      </p:sp>
      <p:sp>
        <p:nvSpPr>
          <p:cNvPr id="67706" name="직사각형 68"/>
          <p:cNvSpPr>
            <a:spLocks noChangeArrowheads="1"/>
          </p:cNvSpPr>
          <p:nvPr/>
        </p:nvSpPr>
        <p:spPr bwMode="auto">
          <a:xfrm>
            <a:off x="3841750" y="1631950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  <p:sp>
        <p:nvSpPr>
          <p:cNvPr id="67707" name="직사각형 69"/>
          <p:cNvSpPr>
            <a:spLocks noChangeArrowheads="1"/>
          </p:cNvSpPr>
          <p:nvPr/>
        </p:nvSpPr>
        <p:spPr bwMode="auto">
          <a:xfrm>
            <a:off x="4689475" y="1628775"/>
            <a:ext cx="144463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708" name="TextBox 67"/>
          <p:cNvSpPr txBox="1">
            <a:spLocks noChangeArrowheads="1"/>
          </p:cNvSpPr>
          <p:nvPr/>
        </p:nvSpPr>
        <p:spPr bwMode="auto">
          <a:xfrm>
            <a:off x="4841875" y="1627188"/>
            <a:ext cx="6953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제품상태</a:t>
            </a:r>
          </a:p>
        </p:txBody>
      </p:sp>
      <p:sp>
        <p:nvSpPr>
          <p:cNvPr id="67709" name="직사각형 68"/>
          <p:cNvSpPr>
            <a:spLocks noChangeArrowheads="1"/>
          </p:cNvSpPr>
          <p:nvPr/>
        </p:nvSpPr>
        <p:spPr bwMode="auto">
          <a:xfrm>
            <a:off x="5537200" y="1628775"/>
            <a:ext cx="1000125" cy="2143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</a:p>
        </p:txBody>
      </p:sp>
      <p:sp>
        <p:nvSpPr>
          <p:cNvPr id="67710" name="직사각형 69"/>
          <p:cNvSpPr>
            <a:spLocks noChangeArrowheads="1"/>
          </p:cNvSpPr>
          <p:nvPr/>
        </p:nvSpPr>
        <p:spPr bwMode="auto">
          <a:xfrm>
            <a:off x="6394450" y="16287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직사각형 80"/>
          <p:cNvSpPr>
            <a:spLocks noChangeArrowheads="1"/>
          </p:cNvSpPr>
          <p:nvPr/>
        </p:nvSpPr>
        <p:spPr bwMode="auto">
          <a:xfrm>
            <a:off x="752475" y="1357313"/>
            <a:ext cx="785813" cy="2317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/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2" name="직사각형 81"/>
          <p:cNvSpPr>
            <a:spLocks noChangeArrowheads="1"/>
          </p:cNvSpPr>
          <p:nvPr/>
        </p:nvSpPr>
        <p:spPr bwMode="auto">
          <a:xfrm>
            <a:off x="1573213" y="13573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3" name="TextBox 79"/>
          <p:cNvSpPr txBox="1">
            <a:spLocks noChangeArrowheads="1"/>
          </p:cNvSpPr>
          <p:nvPr/>
        </p:nvSpPr>
        <p:spPr bwMode="auto">
          <a:xfrm>
            <a:off x="204788" y="1341438"/>
            <a:ext cx="83661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8" name="직사각형 80"/>
          <p:cNvSpPr>
            <a:spLocks noChangeArrowheads="1"/>
          </p:cNvSpPr>
          <p:nvPr/>
        </p:nvSpPr>
        <p:spPr bwMode="auto">
          <a:xfrm>
            <a:off x="1766888" y="1358900"/>
            <a:ext cx="785812" cy="231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/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5" name="직사각형 51"/>
          <p:cNvSpPr>
            <a:spLocks noChangeArrowheads="1"/>
          </p:cNvSpPr>
          <p:nvPr/>
        </p:nvSpPr>
        <p:spPr bwMode="auto">
          <a:xfrm>
            <a:off x="8488363" y="21304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67716" name="직사각형 51"/>
          <p:cNvSpPr>
            <a:spLocks noChangeArrowheads="1"/>
          </p:cNvSpPr>
          <p:nvPr/>
        </p:nvSpPr>
        <p:spPr bwMode="auto">
          <a:xfrm>
            <a:off x="9034463" y="213042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67717" name="직사각형 35"/>
          <p:cNvSpPr>
            <a:spLocks noChangeArrowheads="1"/>
          </p:cNvSpPr>
          <p:nvPr/>
        </p:nvSpPr>
        <p:spPr bwMode="auto">
          <a:xfrm>
            <a:off x="3154363" y="13573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8" name="직사각형 37"/>
          <p:cNvSpPr>
            <a:spLocks noChangeArrowheads="1"/>
          </p:cNvSpPr>
          <p:nvPr/>
        </p:nvSpPr>
        <p:spPr bwMode="auto">
          <a:xfrm>
            <a:off x="4297363" y="1357313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19" name="TextBox 39"/>
          <p:cNvSpPr txBox="1">
            <a:spLocks noChangeArrowheads="1"/>
          </p:cNvSpPr>
          <p:nvPr/>
        </p:nvSpPr>
        <p:spPr bwMode="auto">
          <a:xfrm>
            <a:off x="4127500" y="134143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0" name="TextBox 79"/>
          <p:cNvSpPr txBox="1">
            <a:spLocks noChangeArrowheads="1"/>
          </p:cNvSpPr>
          <p:nvPr/>
        </p:nvSpPr>
        <p:spPr bwMode="auto">
          <a:xfrm>
            <a:off x="2505075" y="1347788"/>
            <a:ext cx="7921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작업일자</a:t>
            </a:r>
          </a:p>
        </p:txBody>
      </p:sp>
      <p:sp>
        <p:nvSpPr>
          <p:cNvPr id="67721" name="TextBox 31"/>
          <p:cNvSpPr txBox="1">
            <a:spLocks noChangeArrowheads="1"/>
          </p:cNvSpPr>
          <p:nvPr/>
        </p:nvSpPr>
        <p:spPr bwMode="auto">
          <a:xfrm>
            <a:off x="5240338" y="1341438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주문종류</a:t>
            </a:r>
          </a:p>
        </p:txBody>
      </p:sp>
      <p:sp>
        <p:nvSpPr>
          <p:cNvPr id="67722" name="직사각형 32"/>
          <p:cNvSpPr>
            <a:spLocks noChangeArrowheads="1"/>
          </p:cNvSpPr>
          <p:nvPr/>
        </p:nvSpPr>
        <p:spPr bwMode="auto">
          <a:xfrm>
            <a:off x="5775325" y="1341438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3" name="직사각형 33"/>
          <p:cNvSpPr>
            <a:spLocks noChangeArrowheads="1"/>
          </p:cNvSpPr>
          <p:nvPr/>
        </p:nvSpPr>
        <p:spPr bwMode="auto">
          <a:xfrm>
            <a:off x="6608763" y="1341438"/>
            <a:ext cx="14287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724" name="TextBox 41"/>
          <p:cNvSpPr txBox="1">
            <a:spLocks noChangeArrowheads="1"/>
          </p:cNvSpPr>
          <p:nvPr/>
        </p:nvSpPr>
        <p:spPr bwMode="auto">
          <a:xfrm>
            <a:off x="6746875" y="13255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주문유형</a:t>
            </a:r>
          </a:p>
        </p:txBody>
      </p:sp>
      <p:sp>
        <p:nvSpPr>
          <p:cNvPr id="67725" name="직사각형 42"/>
          <p:cNvSpPr>
            <a:spLocks noChangeArrowheads="1"/>
          </p:cNvSpPr>
          <p:nvPr/>
        </p:nvSpPr>
        <p:spPr bwMode="auto">
          <a:xfrm>
            <a:off x="7323138" y="13414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6" name="직사각형 43"/>
          <p:cNvSpPr>
            <a:spLocks noChangeArrowheads="1"/>
          </p:cNvSpPr>
          <p:nvPr/>
        </p:nvSpPr>
        <p:spPr bwMode="auto">
          <a:xfrm>
            <a:off x="8193088" y="13414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727" name="TextBox 62"/>
          <p:cNvSpPr txBox="1">
            <a:spLocks noChangeArrowheads="1"/>
          </p:cNvSpPr>
          <p:nvPr/>
        </p:nvSpPr>
        <p:spPr bwMode="auto">
          <a:xfrm>
            <a:off x="8264525" y="1341438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67728" name="직사각형 63"/>
          <p:cNvSpPr>
            <a:spLocks noChangeArrowheads="1"/>
          </p:cNvSpPr>
          <p:nvPr/>
        </p:nvSpPr>
        <p:spPr bwMode="auto">
          <a:xfrm>
            <a:off x="8840788" y="13414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29" name="직사각형 64"/>
          <p:cNvSpPr>
            <a:spLocks noChangeArrowheads="1"/>
          </p:cNvSpPr>
          <p:nvPr/>
        </p:nvSpPr>
        <p:spPr bwMode="auto">
          <a:xfrm>
            <a:off x="9698038" y="13414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730" name="직사각형 81"/>
          <p:cNvSpPr>
            <a:spLocks noChangeArrowheads="1"/>
          </p:cNvSpPr>
          <p:nvPr/>
        </p:nvSpPr>
        <p:spPr bwMode="auto">
          <a:xfrm>
            <a:off x="4017963" y="13573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731" name="직사각형 81"/>
          <p:cNvSpPr>
            <a:spLocks noChangeArrowheads="1"/>
          </p:cNvSpPr>
          <p:nvPr/>
        </p:nvSpPr>
        <p:spPr bwMode="auto">
          <a:xfrm>
            <a:off x="5151438" y="134937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굴림체" pitchFamily="49" charset="-127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0" dirty="0" smtClean="0"/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21712</TotalTime>
  <Words>4408</Words>
  <Application>Microsoft Office PowerPoint</Application>
  <PresentationFormat>A4 용지(210x297mm)</PresentationFormat>
  <Paragraphs>3198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2" baseType="lpstr">
      <vt:lpstr>Optima</vt:lpstr>
      <vt:lpstr>굴림</vt:lpstr>
      <vt:lpstr>굴림체</vt:lpstr>
      <vt:lpstr>맑은 고딕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이종건</dc:creator>
  <cp:lastModifiedBy>mskim</cp:lastModifiedBy>
  <cp:revision>1157</cp:revision>
  <dcterms:created xsi:type="dcterms:W3CDTF">2002-03-20T01:19:40Z</dcterms:created>
  <dcterms:modified xsi:type="dcterms:W3CDTF">2017-06-21T09:09:05Z</dcterms:modified>
</cp:coreProperties>
</file>