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259" r:id="rId2"/>
    <p:sldId id="289" r:id="rId3"/>
    <p:sldId id="331" r:id="rId4"/>
    <p:sldId id="295" r:id="rId5"/>
    <p:sldId id="291" r:id="rId6"/>
    <p:sldId id="292" r:id="rId7"/>
    <p:sldId id="285" r:id="rId8"/>
    <p:sldId id="271" r:id="rId9"/>
    <p:sldId id="298" r:id="rId10"/>
    <p:sldId id="349" r:id="rId11"/>
    <p:sldId id="263" r:id="rId12"/>
    <p:sldId id="294" r:id="rId13"/>
    <p:sldId id="300" r:id="rId14"/>
    <p:sldId id="301" r:id="rId15"/>
    <p:sldId id="302" r:id="rId16"/>
    <p:sldId id="276" r:id="rId17"/>
    <p:sldId id="320" r:id="rId18"/>
    <p:sldId id="332" r:id="rId19"/>
    <p:sldId id="321" r:id="rId20"/>
    <p:sldId id="278" r:id="rId21"/>
    <p:sldId id="333" r:id="rId22"/>
    <p:sldId id="322" r:id="rId23"/>
    <p:sldId id="274" r:id="rId24"/>
    <p:sldId id="323" r:id="rId25"/>
    <p:sldId id="270" r:id="rId26"/>
    <p:sldId id="324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14" r:id="rId42"/>
    <p:sldId id="316" r:id="rId43"/>
    <p:sldId id="318" r:id="rId44"/>
    <p:sldId id="326" r:id="rId45"/>
    <p:sldId id="317" r:id="rId46"/>
    <p:sldId id="348" r:id="rId47"/>
    <p:sldId id="315" r:id="rId48"/>
    <p:sldId id="319" r:id="rId49"/>
    <p:sldId id="327" r:id="rId50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B2B2B2"/>
    <a:srgbClr val="538ED5"/>
    <a:srgbClr val="EAEAEA"/>
    <a:srgbClr val="D7DACC"/>
    <a:srgbClr val="E1D8D3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2" autoAdjust="0"/>
    <p:restoredTop sz="93219" autoAdjust="0"/>
  </p:normalViewPr>
  <p:slideViewPr>
    <p:cSldViewPr>
      <p:cViewPr varScale="1">
        <p:scale>
          <a:sx n="132" d="100"/>
          <a:sy n="132" d="100"/>
        </p:scale>
        <p:origin x="618" y="132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8674DD-E4CF-4F6C-81C9-DD436D0B7A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79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  <a:endParaRPr lang="en-US" altLang="ko-KR" noProof="0" dirty="0" smtClean="0"/>
          </a:p>
          <a:p>
            <a:pPr lvl="4"/>
            <a:endParaRPr lang="ko-KR" altLang="en-US" noProof="0" dirty="0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074B6AD-F5D7-4176-B3DF-EE7512FED4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612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F86A40A-C1F7-4B74-8FE1-705AA68D022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815385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F86A40A-C1F7-4B74-8FE1-705AA68D022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617714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F86A40A-C1F7-4B74-8FE1-705AA68D022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840658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F86A40A-C1F7-4B74-8FE1-705AA68D022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539569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370435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620554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5498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669157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2F31927-F9F5-4916-9C49-2D32A439A57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18420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2F31927-F9F5-4916-9C49-2D32A439A570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10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328446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0DE5EC4-07FE-4FB5-A9EA-855AA69EF414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11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56687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0DE5EC4-07FE-4FB5-A9EA-855AA69EF414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12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05400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13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575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14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1364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15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99890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16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246874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17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97249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18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5384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19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3384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20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2096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21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31561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22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5388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0DE5EC4-07FE-4FB5-A9EA-855AA69EF414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23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386781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0DE5EC4-07FE-4FB5-A9EA-855AA69EF414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24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482654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25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02395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26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6518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27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51889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4D92B20-3C48-4C07-BD3C-E2E82D7EE2E9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28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112460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4D92B20-3C48-4C07-BD3C-E2E82D7EE2E9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29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533820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30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0444568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31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2795585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32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8213753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33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5661578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34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0616240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35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592309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36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41530182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37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0328879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867EF4-7F6A-4DE9-ACE5-52FEA19AF50D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38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5053739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39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7268074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49AB30-954D-4911-9F93-994C37398061}" type="slidenum">
              <a:rPr lang="en-US" altLang="ko-KR" smtClean="0"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40</a:t>
            </a:fld>
            <a:endParaRPr lang="en-US" altLang="ko-KR" smtClean="0"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9958552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41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30548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42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7175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43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128747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44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21286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45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73277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46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16444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47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024072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48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102077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4C24D3-05A8-443E-B926-5F614781F19A}" type="slidenum">
              <a:rPr lang="en-US" altLang="ko-KR" smtClean="0">
                <a:solidFill>
                  <a:srgbClr val="000000"/>
                </a:solidFill>
                <a:latin typeface="Optima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49</a:t>
            </a:fld>
            <a:endParaRPr lang="en-US" altLang="ko-KR" smtClean="0">
              <a:solidFill>
                <a:srgbClr val="000000"/>
              </a:solidFill>
              <a:latin typeface="Optima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194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52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/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/>
                <a:gridCol w="2351087"/>
                <a:gridCol w="576263"/>
                <a:gridCol w="2025650"/>
                <a:gridCol w="838200"/>
                <a:gridCol w="1143000"/>
                <a:gridCol w="1509712"/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D3000_</a:t>
            </a:r>
            <a:r>
              <a:rPr lang="ko-KR" altLang="en-US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D3220_</a:t>
            </a:r>
            <a:r>
              <a:rPr lang="ko-KR" altLang="en-US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화면</a:t>
            </a:r>
            <a:r>
              <a:rPr lang="en-US" altLang="ko-KR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UI</a:t>
            </a:r>
            <a:r>
              <a:rPr lang="ko-KR" altLang="en-US" sz="900" b="1" smtClean="0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/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743C1354-72D9-40EA-9AD5-99F2FD5C6962}" type="slidenum">
              <a:rPr lang="ko-KR" altLang="en-US" sz="900" b="1" smtClean="0">
                <a:solidFill>
                  <a:srgbClr val="7F7F7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latinLnBrk="1" hangingPunct="1">
                <a:defRPr/>
              </a:pPr>
              <a:t>‹#›</a:t>
            </a:fld>
            <a:endParaRPr lang="ko-KR" altLang="en-US" sz="900" b="1" smtClean="0">
              <a:solidFill>
                <a:srgbClr val="7F7F7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1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로그인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410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5" name="직사각형 34"/>
          <p:cNvSpPr>
            <a:spLocks noChangeAspect="1"/>
          </p:cNvSpPr>
          <p:nvPr/>
        </p:nvSpPr>
        <p:spPr>
          <a:xfrm>
            <a:off x="1220197" y="1610072"/>
            <a:ext cx="2613025" cy="4254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366372" y="4857130"/>
            <a:ext cx="1152525" cy="2936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366372" y="4496767"/>
            <a:ext cx="1152525" cy="2936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72622" y="4538042"/>
            <a:ext cx="720725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64684" y="4871100"/>
            <a:ext cx="7239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312272" y="2048495"/>
            <a:ext cx="2413000" cy="21574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220197" y="161644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35592" y="1616954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WMS</a:t>
            </a:r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1312272" y="5280127"/>
            <a:ext cx="2413000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67188" y="1610070"/>
            <a:ext cx="395416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로그인 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와 비밀번호를 입력하여 인증 절차를 진행한다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defRPr/>
            </a:pP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로그인에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성공하면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메인화면으로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이동하여 프로세스를 진행할 수 있다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메인화면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410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9" name="순서도: 처리 28"/>
          <p:cNvSpPr/>
          <p:nvPr/>
        </p:nvSpPr>
        <p:spPr>
          <a:xfrm>
            <a:off x="1228969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25489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40884" y="161738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347065" y="214170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2674488" y="213285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1347065" y="271985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674488" y="271100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347065" y="329700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674488" y="328815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67188" y="1610070"/>
            <a:ext cx="39541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화면에서 사용자 인증에 성공하면 보여지는 화면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347065" y="383905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699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환경설정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410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9" name="순서도: 처리 28"/>
          <p:cNvSpPr/>
          <p:nvPr/>
        </p:nvSpPr>
        <p:spPr>
          <a:xfrm>
            <a:off x="1228969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25489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347065" y="206969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2674488" y="206084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1347065" y="264784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674488" y="263899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347065" y="322499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674488" y="321614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347065" y="376704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/>
          <p:cNvSpPr/>
          <p:nvPr/>
        </p:nvSpPr>
        <p:spPr bwMode="auto">
          <a:xfrm>
            <a:off x="2194074" y="3843685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19" name="순서도: 처리 18"/>
          <p:cNvSpPr/>
          <p:nvPr/>
        </p:nvSpPr>
        <p:spPr>
          <a:xfrm>
            <a:off x="5655185" y="160275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51705" y="160956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3"/>
          <p:cNvSpPr>
            <a:spLocks noChangeArrowheads="1"/>
          </p:cNvSpPr>
          <p:nvPr/>
        </p:nvSpPr>
        <p:spPr bwMode="auto">
          <a:xfrm>
            <a:off x="5696758" y="1634877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383718" y="234429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93879" y="2326044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383718" y="264220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2017-03-21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93879" y="263313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383162" y="2060848"/>
            <a:ext cx="1638456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01688" y="2069973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33"/>
          <p:cNvSpPr>
            <a:spLocks noChangeArrowheads="1"/>
          </p:cNvSpPr>
          <p:nvPr/>
        </p:nvSpPr>
        <p:spPr bwMode="auto">
          <a:xfrm>
            <a:off x="7794332" y="2062224"/>
            <a:ext cx="227286" cy="2235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직사각형 33"/>
          <p:cNvSpPr>
            <a:spLocks noChangeArrowheads="1"/>
          </p:cNvSpPr>
          <p:nvPr/>
        </p:nvSpPr>
        <p:spPr bwMode="auto">
          <a:xfrm>
            <a:off x="7794332" y="2351264"/>
            <a:ext cx="227286" cy="22354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7809830" y="2644020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40884" y="161738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   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55877" y="1614354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794035" y="5371320"/>
            <a:ext cx="2413000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2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메인화면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410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9" name="순서도: 처리 28"/>
          <p:cNvSpPr/>
          <p:nvPr/>
        </p:nvSpPr>
        <p:spPr>
          <a:xfrm>
            <a:off x="1228969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25489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347065" y="214170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2674488" y="213285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1347065" y="271985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674488" y="271100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347065" y="329700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674488" y="328815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3" name="타원 22"/>
          <p:cNvSpPr/>
          <p:nvPr/>
        </p:nvSpPr>
        <p:spPr bwMode="auto">
          <a:xfrm>
            <a:off x="1385703" y="1463830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26" name="순서도: 처리 25"/>
          <p:cNvSpPr/>
          <p:nvPr/>
        </p:nvSpPr>
        <p:spPr>
          <a:xfrm>
            <a:off x="4183383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17990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3"/>
          <p:cNvSpPr>
            <a:spLocks noChangeArrowheads="1"/>
          </p:cNvSpPr>
          <p:nvPr/>
        </p:nvSpPr>
        <p:spPr bwMode="auto">
          <a:xfrm>
            <a:off x="4212844" y="160287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293616" y="299253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55135" y="2087390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55135" y="242837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5626816" y="332488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293616" y="357068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626816" y="390303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293616" y="414783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626816" y="448018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4183382" y="1588623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메인 메뉴 목록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4179902" y="2038262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/>
            <a:r>
              <a:rPr kumimoji="1" lang="ko-KR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 </a:t>
            </a: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수원</a:t>
            </a:r>
            <a:endParaRPr kumimoji="1" lang="en-US" altLang="ko-K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/>
            <a:r>
              <a:rPr lang="ko-KR" alt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4179902" y="2481091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4179902" y="2896747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4179902" y="3333446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139552" y="1610070"/>
            <a:ext cx="24156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고객사를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선택하면 팝업으로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목록이 보인다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75" name="직사각형 74"/>
          <p:cNvSpPr/>
          <p:nvPr/>
        </p:nvSpPr>
        <p:spPr bwMode="auto">
          <a:xfrm>
            <a:off x="4179902" y="3772629"/>
            <a:ext cx="1918582" cy="45220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4179902" y="4213404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4179902" y="4654180"/>
            <a:ext cx="1918582" cy="4427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4185914" y="5097600"/>
            <a:ext cx="1912570" cy="430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4185914" y="5527828"/>
            <a:ext cx="1912570" cy="430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로그아웃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1347065" y="387415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30285" y="16198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WMS    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84159" y="160982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WMS    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606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입고관리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9" name="순서도: 처리 38"/>
          <p:cNvSpPr/>
          <p:nvPr/>
        </p:nvSpPr>
        <p:spPr>
          <a:xfrm>
            <a:off x="4183383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7990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82608" y="2258609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183383" y="2696567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183382" y="3134524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33"/>
          <p:cNvSpPr>
            <a:spLocks noChangeArrowheads="1"/>
          </p:cNvSpPr>
          <p:nvPr/>
        </p:nvSpPr>
        <p:spPr bwMode="auto">
          <a:xfrm>
            <a:off x="4218621" y="1636167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순서도: 처리 66"/>
          <p:cNvSpPr/>
          <p:nvPr/>
        </p:nvSpPr>
        <p:spPr>
          <a:xfrm>
            <a:off x="1223733" y="1603948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20253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341829" y="210570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2669252" y="209685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1341829" y="2683851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2669252" y="267500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1341829" y="326100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2669252" y="325215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2148518" y="1988840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39552" y="1610070"/>
            <a:ext cx="241568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메인화면에서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입고관리 버튼을 클릭 시 보여지는 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 스캔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341828" y="383404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30285" y="16198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WMS    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84159" y="1610347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94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순서도: 처리 54"/>
          <p:cNvSpPr/>
          <p:nvPr/>
        </p:nvSpPr>
        <p:spPr>
          <a:xfrm>
            <a:off x="4181629" y="161983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입하검수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417990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33"/>
          <p:cNvSpPr>
            <a:spLocks noChangeArrowheads="1"/>
          </p:cNvSpPr>
          <p:nvPr/>
        </p:nvSpPr>
        <p:spPr bwMode="auto">
          <a:xfrm>
            <a:off x="4230215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순서도: 처리 66"/>
          <p:cNvSpPr/>
          <p:nvPr/>
        </p:nvSpPr>
        <p:spPr>
          <a:xfrm>
            <a:off x="1223733" y="1603948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20253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219048" y="2258609"/>
            <a:ext cx="2622700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19822" y="2696567"/>
            <a:ext cx="262540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19822" y="3134524"/>
            <a:ext cx="262540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33"/>
          <p:cNvSpPr>
            <a:spLocks noChangeArrowheads="1"/>
          </p:cNvSpPr>
          <p:nvPr/>
        </p:nvSpPr>
        <p:spPr bwMode="auto">
          <a:xfrm>
            <a:off x="1288351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3" name="타원 52"/>
          <p:cNvSpPr/>
          <p:nvPr/>
        </p:nvSpPr>
        <p:spPr bwMode="auto">
          <a:xfrm>
            <a:off x="3431848" y="2326047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139552" y="1610070"/>
            <a:ext cx="2415684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메인화면에서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입고관리 버튼을 클릭 시 보여지는 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 스캔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스캔안될시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텍스트 입력 및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조회버튼 실행하면 리스트 보여짐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리스트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제품코드별로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스캔 및 선택해서 다음 상세화면에서 검수 확정 진행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조회해서 입력되면 조회이벤트 실행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84072" y="3446767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제품코드  제품명  승인수량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85128" y="3643609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88613" y="3213556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876772" y="24012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86933" y="238299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876772" y="2699152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86933" y="269008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876216" y="2117794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94742" y="2126919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6127409" y="2126919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179902" y="4037694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79902" y="442742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18854" y="3778537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22005" y="4162253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22005" y="4561923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4232920" y="5482070"/>
            <a:ext cx="2512063" cy="324886"/>
            <a:chOff x="4232920" y="5482070"/>
            <a:chExt cx="2512063" cy="324886"/>
          </a:xfrm>
        </p:grpSpPr>
        <p:sp>
          <p:nvSpPr>
            <p:cNvPr id="45" name="모서리가 둥근 직사각형 44"/>
            <p:cNvSpPr/>
            <p:nvPr/>
          </p:nvSpPr>
          <p:spPr>
            <a:xfrm>
              <a:off x="4232920" y="5482654"/>
              <a:ext cx="769617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5025008" y="5484347"/>
              <a:ext cx="855104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5903358" y="5482070"/>
              <a:ext cx="84162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230285" y="16198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186993" y="162210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18854" y="347453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7097958" y="5407332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조회 후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목록건에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대해서 제품코드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입력및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그다음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건이상이면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리스트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45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입하검수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0" name="순서도: 처리 29"/>
          <p:cNvSpPr/>
          <p:nvPr/>
        </p:nvSpPr>
        <p:spPr>
          <a:xfrm>
            <a:off x="4183915" y="1607362"/>
            <a:ext cx="2618016" cy="4701957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180435" y="161417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876772" y="2246312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82953" y="225543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83915" y="1989420"/>
            <a:ext cx="10182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876772" y="2529756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86933" y="2511508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876772" y="282767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86933" y="281860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33"/>
          <p:cNvSpPr>
            <a:spLocks noChangeArrowheads="1"/>
          </p:cNvSpPr>
          <p:nvPr/>
        </p:nvSpPr>
        <p:spPr bwMode="auto">
          <a:xfrm>
            <a:off x="4235776" y="165122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876772" y="3349568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186933" y="334819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876772" y="361935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86933" y="361028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77307" y="336895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829095" y="3349568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129630" y="3368952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876772" y="390519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186933" y="3896129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876772" y="4193231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186933" y="418416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876772" y="448126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186933" y="4472193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876772" y="4769295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186933" y="4760225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876772" y="505732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186933" y="5048257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5916460" y="4193231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369828" y="423434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876772" y="534535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186933" y="5336289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191445" y="311040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192941" y="5584799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869292" y="562669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139552" y="1610070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왼쪽 리스트에서 임의의 항목 하나를 선택 시 해당 항목의 정보를 스크롤 형식으로 보여준다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2" name="순서도: 처리 61"/>
          <p:cNvSpPr/>
          <p:nvPr/>
        </p:nvSpPr>
        <p:spPr>
          <a:xfrm>
            <a:off x="1284073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28059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33"/>
          <p:cNvSpPr>
            <a:spLocks noChangeArrowheads="1"/>
          </p:cNvSpPr>
          <p:nvPr/>
        </p:nvSpPr>
        <p:spPr bwMode="auto">
          <a:xfrm>
            <a:off x="1330905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89303" y="3213556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977462" y="24012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87623" y="238299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977462" y="2699152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287623" y="269008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976906" y="2117794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295432" y="2126919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3228099" y="2126919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1284556" y="3418047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제품코드 제품명  승인수량  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85612" y="3614889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280386" y="4008974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280386" y="439870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타원 112"/>
          <p:cNvSpPr/>
          <p:nvPr/>
        </p:nvSpPr>
        <p:spPr bwMode="auto">
          <a:xfrm>
            <a:off x="3757970" y="3667184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4304966" y="5873392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869292" y="309000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33"/>
          <p:cNvSpPr>
            <a:spLocks noChangeArrowheads="1"/>
          </p:cNvSpPr>
          <p:nvPr/>
        </p:nvSpPr>
        <p:spPr bwMode="auto">
          <a:xfrm>
            <a:off x="6276869" y="308532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77" name="그룹 76"/>
          <p:cNvGrpSpPr/>
          <p:nvPr/>
        </p:nvGrpSpPr>
        <p:grpSpPr>
          <a:xfrm>
            <a:off x="1343006" y="5513101"/>
            <a:ext cx="2512063" cy="324886"/>
            <a:chOff x="4232920" y="5482070"/>
            <a:chExt cx="2512063" cy="324886"/>
          </a:xfrm>
        </p:grpSpPr>
        <p:sp>
          <p:nvSpPr>
            <p:cNvPr id="78" name="모서리가 둥근 직사각형 77"/>
            <p:cNvSpPr/>
            <p:nvPr/>
          </p:nvSpPr>
          <p:spPr>
            <a:xfrm>
              <a:off x="4232920" y="5482654"/>
              <a:ext cx="769617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모서리가 둥근 직사각형 78"/>
            <p:cNvSpPr/>
            <p:nvPr/>
          </p:nvSpPr>
          <p:spPr>
            <a:xfrm>
              <a:off x="5025008" y="5484347"/>
              <a:ext cx="855104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5903358" y="5482070"/>
              <a:ext cx="84162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4608" y="3748504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7759" y="4132220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7759" y="4531890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4608" y="3444498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TextBox 117"/>
          <p:cNvSpPr txBox="1"/>
          <p:nvPr/>
        </p:nvSpPr>
        <p:spPr>
          <a:xfrm>
            <a:off x="1230285" y="16198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186913" y="161229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097958" y="3356992"/>
            <a:ext cx="2415684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입고번호만 필수 조회로 설정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BOX, EA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승인수량으로 표기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 목록에서 제품코드 스캔 시 제품코드가 같은 경우는 승인 수량 검수수량이 크거나 같으면 다음 제품코드로 갈수 있게 수정 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Tx/>
              <a:buAutoNum type="arabicPeriod"/>
              <a:defRPr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 정상으로 디폴트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셋팅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포커스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수량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위치되게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 , EA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수량 둘 다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검수저장 할 수 없음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 선택 시 유통일자까지 같이 들어 오게 됨 수정 필요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다시 입고번호 조회 후 입고목록 화면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올때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리스트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리셋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안됨 수정 필요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검수확정 후 입고관리 목록으로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올때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리스트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필요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45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입하검수팝업조회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5" name="순서도: 처리 14"/>
          <p:cNvSpPr/>
          <p:nvPr/>
        </p:nvSpPr>
        <p:spPr>
          <a:xfrm>
            <a:off x="4207192" y="161075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203712" y="161756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33"/>
          <p:cNvSpPr>
            <a:spLocks noChangeArrowheads="1"/>
          </p:cNvSpPr>
          <p:nvPr/>
        </p:nvSpPr>
        <p:spPr bwMode="auto">
          <a:xfrm>
            <a:off x="4254024" y="166363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4859351" y="220037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12397" y="220037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2422" y="2996952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859351" y="255582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정상입고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2397" y="254135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33"/>
          <p:cNvSpPr>
            <a:spLocks noChangeArrowheads="1"/>
          </p:cNvSpPr>
          <p:nvPr/>
        </p:nvSpPr>
        <p:spPr bwMode="auto">
          <a:xfrm>
            <a:off x="6271163" y="25557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4211580" y="3318292"/>
            <a:ext cx="2612659" cy="28480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               공급처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211581" y="3603101"/>
            <a:ext cx="261265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3"/>
          <p:cNvSpPr>
            <a:spLocks noChangeArrowheads="1"/>
          </p:cNvSpPr>
          <p:nvPr/>
        </p:nvSpPr>
        <p:spPr bwMode="auto">
          <a:xfrm>
            <a:off x="6266928" y="220013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4215827" y="4041058"/>
            <a:ext cx="261265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순서도: 처리 46"/>
          <p:cNvSpPr/>
          <p:nvPr/>
        </p:nvSpPr>
        <p:spPr>
          <a:xfrm>
            <a:off x="1284073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28059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33"/>
          <p:cNvSpPr>
            <a:spLocks noChangeArrowheads="1"/>
          </p:cNvSpPr>
          <p:nvPr/>
        </p:nvSpPr>
        <p:spPr bwMode="auto">
          <a:xfrm>
            <a:off x="1330905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9303" y="3213556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977462" y="24012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87623" y="238299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977462" y="2699152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87623" y="269008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976906" y="2117794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5432" y="2126919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3228099" y="2126919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4" name="타원 63"/>
          <p:cNvSpPr/>
          <p:nvPr/>
        </p:nvSpPr>
        <p:spPr bwMode="auto">
          <a:xfrm>
            <a:off x="3457347" y="1951430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284556" y="3418047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제품코드 제품명  승인수량  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285612" y="3614889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280386" y="4008974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280386" y="439870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328243" y="5482654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16859" y="374754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0010" y="4131257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0010" y="4530927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16859" y="3443535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/>
          <p:cNvSpPr txBox="1"/>
          <p:nvPr/>
        </p:nvSpPr>
        <p:spPr>
          <a:xfrm>
            <a:off x="1292294" y="16198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11359" y="162064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입고번호조회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수원물류센터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1343006" y="5513101"/>
            <a:ext cx="2512063" cy="324886"/>
            <a:chOff x="4232920" y="5482070"/>
            <a:chExt cx="2512063" cy="324886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4232920" y="5482654"/>
              <a:ext cx="769617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모서리가 둥근 직사각형 70"/>
            <p:cNvSpPr/>
            <p:nvPr/>
          </p:nvSpPr>
          <p:spPr>
            <a:xfrm>
              <a:off x="5025008" y="5484347"/>
              <a:ext cx="855104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모서리가 둥근 직사각형 71"/>
            <p:cNvSpPr/>
            <p:nvPr/>
          </p:nvSpPr>
          <p:spPr>
            <a:xfrm>
              <a:off x="5903358" y="5482070"/>
              <a:ext cx="84162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7083671" y="1770877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입고일자 오늘날짜로 입고구분 정상입고로 디폴트 될 수 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조회화면 들어가면 현재일자로 조회 될 수 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738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입고적치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4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024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0" name="순서도: 처리 59"/>
          <p:cNvSpPr/>
          <p:nvPr/>
        </p:nvSpPr>
        <p:spPr>
          <a:xfrm>
            <a:off x="3246787" y="1610072"/>
            <a:ext cx="2618016" cy="477125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3307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128454" y="2547963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234307" y="2529715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151164" y="398892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257017" y="3979859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3298648" y="165393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151164" y="4280737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257017" y="427166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151164" y="456876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257017" y="4559699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151164" y="4856801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257017" y="4847731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151164" y="5144833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257017" y="5135763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190852" y="4280737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644220" y="432185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151164" y="5432865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257017" y="5423795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63025" y="5672305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143684" y="5714196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134177" y="197648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필수스캔 및 제품코드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조회후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조회되게 처리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191505" y="198561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134177" y="2273589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240030" y="226451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697898" y="2264519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440211" y="2258787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154895" y="340005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260748" y="3381810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154895" y="369797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239252" y="3688902"/>
            <a:ext cx="1005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적치로케이션확인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151164" y="2848164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257017" y="284679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451699" y="2867548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5103487" y="2848164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404022" y="2867548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4151164" y="3116019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257017" y="311464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451699" y="3135403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5103487" y="3116019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5404022" y="3135403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순서도: 처리 70"/>
          <p:cNvSpPr/>
          <p:nvPr/>
        </p:nvSpPr>
        <p:spPr>
          <a:xfrm>
            <a:off x="493189" y="1603948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89709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88504" y="2258609"/>
            <a:ext cx="262618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89278" y="2696567"/>
            <a:ext cx="262192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89278" y="3134524"/>
            <a:ext cx="262540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 스캔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33"/>
          <p:cNvSpPr>
            <a:spLocks noChangeArrowheads="1"/>
          </p:cNvSpPr>
          <p:nvPr/>
        </p:nvSpPr>
        <p:spPr bwMode="auto">
          <a:xfrm>
            <a:off x="557807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0" name="타원 119"/>
          <p:cNvSpPr/>
          <p:nvPr/>
        </p:nvSpPr>
        <p:spPr bwMode="auto">
          <a:xfrm>
            <a:off x="2701304" y="2765877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644220" y="6000483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9152" y="161738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58703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33"/>
          <p:cNvSpPr>
            <a:spLocks noChangeArrowheads="1"/>
          </p:cNvSpPr>
          <p:nvPr/>
        </p:nvSpPr>
        <p:spPr bwMode="auto">
          <a:xfrm>
            <a:off x="4477585" y="2272324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순서도: 처리 64"/>
          <p:cNvSpPr/>
          <p:nvPr/>
        </p:nvSpPr>
        <p:spPr>
          <a:xfrm>
            <a:off x="6384687" y="1579465"/>
            <a:ext cx="2618016" cy="176809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380765" y="162418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33"/>
          <p:cNvSpPr>
            <a:spLocks noChangeArrowheads="1"/>
          </p:cNvSpPr>
          <p:nvPr/>
        </p:nvSpPr>
        <p:spPr bwMode="auto">
          <a:xfrm>
            <a:off x="6448863" y="16763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90208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제품조회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 79"/>
          <p:cNvSpPr/>
          <p:nvPr/>
        </p:nvSpPr>
        <p:spPr bwMode="auto">
          <a:xfrm>
            <a:off x="4576793" y="2396961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413538" y="1973377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408791" y="217786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제품코드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409847" y="237471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6404621" y="2768795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A1-0101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PLT002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3368195" y="6002706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46159" y="3607914"/>
            <a:ext cx="241568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적치관리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한 건 이면 제품코드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가져 온 후 조회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없으면 제품코드 조회 후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제품코트 조회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시 제품이 여러 건이면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조회시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???</a:t>
            </a: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 수량과 같지 않으면 확정 안됨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 algn="just">
              <a:buAutoNum type="arabicPeriod"/>
              <a:defRPr/>
            </a:pP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25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입고적치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4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024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0" name="순서도: 처리 59"/>
          <p:cNvSpPr/>
          <p:nvPr/>
        </p:nvSpPr>
        <p:spPr>
          <a:xfrm>
            <a:off x="3246787" y="1610072"/>
            <a:ext cx="2618016" cy="477125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3307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3298648" y="165393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4134177" y="197648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279448" y="198561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4154895" y="229512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260748" y="2276872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154895" y="259303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239252" y="2583964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순서도: 처리 70"/>
          <p:cNvSpPr/>
          <p:nvPr/>
        </p:nvSpPr>
        <p:spPr>
          <a:xfrm>
            <a:off x="493189" y="1603948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89709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88504" y="2258609"/>
            <a:ext cx="262618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89278" y="2696567"/>
            <a:ext cx="262192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89278" y="3134524"/>
            <a:ext cx="262540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 스캔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33"/>
          <p:cNvSpPr>
            <a:spLocks noChangeArrowheads="1"/>
          </p:cNvSpPr>
          <p:nvPr/>
        </p:nvSpPr>
        <p:spPr bwMode="auto">
          <a:xfrm>
            <a:off x="557807" y="166295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0" name="타원 119"/>
          <p:cNvSpPr/>
          <p:nvPr/>
        </p:nvSpPr>
        <p:spPr bwMode="auto">
          <a:xfrm>
            <a:off x="2701304" y="2765877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644220" y="6000483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9152" y="161738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58703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순서도: 처리 64"/>
          <p:cNvSpPr/>
          <p:nvPr/>
        </p:nvSpPr>
        <p:spPr>
          <a:xfrm>
            <a:off x="6384687" y="1579465"/>
            <a:ext cx="2618016" cy="176809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380765" y="162418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33"/>
          <p:cNvSpPr>
            <a:spLocks noChangeArrowheads="1"/>
          </p:cNvSpPr>
          <p:nvPr/>
        </p:nvSpPr>
        <p:spPr bwMode="auto">
          <a:xfrm>
            <a:off x="6448863" y="16763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90208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 79"/>
          <p:cNvSpPr/>
          <p:nvPr/>
        </p:nvSpPr>
        <p:spPr bwMode="auto">
          <a:xfrm>
            <a:off x="5796181" y="1918749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413538" y="1973377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408791" y="217786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지시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제품코드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409847" y="237471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A1-0102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PLT002</a:t>
            </a:r>
            <a:r>
              <a:rPr lang="ko-KR" altLang="en-US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6404621" y="2768795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A1-0101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3368195" y="6002706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46159" y="3607914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적치관리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로케이션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로케이션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로케이션 제품코드 틀림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3"/>
          <p:cNvSpPr>
            <a:spLocks noChangeArrowheads="1"/>
          </p:cNvSpPr>
          <p:nvPr/>
        </p:nvSpPr>
        <p:spPr bwMode="auto">
          <a:xfrm>
            <a:off x="5538656" y="1987497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1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입하시리얼 스캔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9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819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3" name="순서도: 처리 32"/>
          <p:cNvSpPr/>
          <p:nvPr/>
        </p:nvSpPr>
        <p:spPr>
          <a:xfrm>
            <a:off x="1241815" y="162927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238335" y="163608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241040" y="227781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241815" y="2715772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41814" y="315372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33"/>
          <p:cNvSpPr>
            <a:spLocks noChangeArrowheads="1"/>
          </p:cNvSpPr>
          <p:nvPr/>
        </p:nvSpPr>
        <p:spPr bwMode="auto">
          <a:xfrm>
            <a:off x="1310343" y="168215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4" name="타원 103"/>
          <p:cNvSpPr/>
          <p:nvPr/>
        </p:nvSpPr>
        <p:spPr bwMode="auto">
          <a:xfrm>
            <a:off x="3690357" y="3219828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39552" y="1610070"/>
            <a:ext cx="24156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시리얼 스캔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검수수량만큼 스캔 후 스캔 내용을 리스트 형식으로 표시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잘못된 내용을 스캔 시 해당 항목 삭제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검수수량은 서버로부터 받은 내용을 표시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수량은 실제 사용자가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스캔한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개수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PLT ID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입력 후 조회 버튼을 눌러 검수수량을 얻어온다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6" name="순서도: 처리 35"/>
          <p:cNvSpPr/>
          <p:nvPr/>
        </p:nvSpPr>
        <p:spPr>
          <a:xfrm>
            <a:off x="4167188" y="162927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63708" y="163608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33"/>
          <p:cNvSpPr>
            <a:spLocks noChangeArrowheads="1"/>
          </p:cNvSpPr>
          <p:nvPr/>
        </p:nvSpPr>
        <p:spPr bwMode="auto">
          <a:xfrm>
            <a:off x="4214020" y="168215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4178546" y="3930829"/>
            <a:ext cx="2606656" cy="18958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시리얼번호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178546" y="4115108"/>
            <a:ext cx="2606657" cy="40228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72418" y="3697618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860577" y="242044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70738" y="240219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860021" y="213699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78547" y="2146124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6111214" y="214612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4178548" y="4514514"/>
            <a:ext cx="2606654" cy="39696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78547" y="4911482"/>
            <a:ext cx="2606654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852089" y="3143852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62250" y="313478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891777" y="3143852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45145" y="318496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850751" y="2717990"/>
            <a:ext cx="1184608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60912" y="2708920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56603" y="4258298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59678" y="466008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54427" y="5034295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54427" y="3976529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4194588" y="5539489"/>
            <a:ext cx="2590614" cy="330941"/>
            <a:chOff x="4194588" y="5539489"/>
            <a:chExt cx="2590614" cy="330941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4194588" y="5539489"/>
              <a:ext cx="830420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5071502" y="5547821"/>
              <a:ext cx="775078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5888762" y="5539489"/>
              <a:ext cx="896440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247329" y="1625137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62598" y="162556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입고시리얼스캔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6081665" y="2739826"/>
            <a:ext cx="433436" cy="20575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입하시리얼 스캔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9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819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56" name="순서도: 처리 55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4979128" y="200583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39963" y="201496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974799" y="227645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235634" y="228557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33"/>
          <p:cNvSpPr>
            <a:spLocks noChangeArrowheads="1"/>
          </p:cNvSpPr>
          <p:nvPr/>
        </p:nvSpPr>
        <p:spPr bwMode="auto">
          <a:xfrm>
            <a:off x="6379927" y="2270687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4166764" y="3295881"/>
            <a:ext cx="261747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프린터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167539" y="3733839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     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프린터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096532" y="2853516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139552" y="1610070"/>
            <a:ext cx="241568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시리얼 스캔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스캔할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때마다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스캔된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내용을 서버에 전달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순서도: 처리 39"/>
          <p:cNvSpPr/>
          <p:nvPr/>
        </p:nvSpPr>
        <p:spPr>
          <a:xfrm>
            <a:off x="1229769" y="163919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226289" y="164600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33"/>
          <p:cNvSpPr>
            <a:spLocks noChangeArrowheads="1"/>
          </p:cNvSpPr>
          <p:nvPr/>
        </p:nvSpPr>
        <p:spPr bwMode="auto">
          <a:xfrm>
            <a:off x="1276601" y="16920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230458" y="3930829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시리얼번호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231200" y="4127671"/>
            <a:ext cx="2616582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34999" y="3659926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923158" y="243036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33319" y="241211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22602" y="21469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41128" y="2156044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3173795" y="215604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1233319" y="4525292"/>
            <a:ext cx="2614463" cy="38618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233319" y="4911482"/>
            <a:ext cx="2614463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SN-0203948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타원 83"/>
          <p:cNvSpPr/>
          <p:nvPr/>
        </p:nvSpPr>
        <p:spPr bwMode="auto">
          <a:xfrm>
            <a:off x="3403043" y="1980555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914670" y="3113909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224831" y="310483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2954358" y="3113909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407726" y="315502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166916" y="31073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     공급처     제품     제품명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4289362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6784" y="4238294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9859" y="4640077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4608" y="501429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4608" y="3956525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그룹 46"/>
          <p:cNvGrpSpPr/>
          <p:nvPr/>
        </p:nvGrpSpPr>
        <p:grpSpPr>
          <a:xfrm>
            <a:off x="1247329" y="5539489"/>
            <a:ext cx="2590613" cy="322609"/>
            <a:chOff x="4194588" y="5539489"/>
            <a:chExt cx="2590613" cy="322609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4194588" y="5539489"/>
              <a:ext cx="597646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4820958" y="5539489"/>
              <a:ext cx="68640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5536087" y="5539489"/>
              <a:ext cx="628632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6193442" y="5539489"/>
              <a:ext cx="591759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6" name="직사각형 65"/>
          <p:cNvSpPr>
            <a:spLocks noChangeArrowheads="1"/>
          </p:cNvSpPr>
          <p:nvPr/>
        </p:nvSpPr>
        <p:spPr bwMode="auto">
          <a:xfrm>
            <a:off x="6408637" y="1999476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23065" y="163984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입고시리얼스캔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62598" y="162556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입고번호조회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920498" y="2789998"/>
            <a:ext cx="1184608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30659" y="278092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3151412" y="2811834"/>
            <a:ext cx="433436" cy="20575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3671" y="2509446"/>
            <a:ext cx="24156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입고일자 오늘날짜로 입고구분 정상입고로 디폴트 될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38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4328809" y="161075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325328" y="161019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331855" y="2259294"/>
            <a:ext cx="261496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328809" y="2697252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328808" y="313520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33"/>
          <p:cNvSpPr>
            <a:spLocks noChangeArrowheads="1"/>
          </p:cNvSpPr>
          <p:nvPr/>
        </p:nvSpPr>
        <p:spPr bwMode="auto">
          <a:xfrm>
            <a:off x="4397336" y="1656262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331855" y="3573166"/>
            <a:ext cx="2618448" cy="44304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331855" y="4016211"/>
            <a:ext cx="261496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순서도: 처리 69"/>
          <p:cNvSpPr/>
          <p:nvPr/>
        </p:nvSpPr>
        <p:spPr>
          <a:xfrm>
            <a:off x="1223732" y="161398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20253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41829" y="210501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2669252" y="2096169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1341829" y="268316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2669252" y="267431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1341829" y="326031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669252" y="325146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타원 93"/>
          <p:cNvSpPr/>
          <p:nvPr/>
        </p:nvSpPr>
        <p:spPr bwMode="auto">
          <a:xfrm>
            <a:off x="3487477" y="1988840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346508" y="383746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23065" y="1611035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WMS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28175" y="161140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526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1255518" y="163263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52038" y="163944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54743" y="2281176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55518" y="2719134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 스캔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255517" y="3157091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33"/>
          <p:cNvSpPr>
            <a:spLocks noChangeArrowheads="1"/>
          </p:cNvSpPr>
          <p:nvPr/>
        </p:nvSpPr>
        <p:spPr bwMode="auto">
          <a:xfrm>
            <a:off x="1324046" y="168551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1252038" y="3590472"/>
            <a:ext cx="262149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256180" y="4028428"/>
            <a:ext cx="2617351" cy="43338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 bwMode="auto">
          <a:xfrm>
            <a:off x="3595750" y="2363636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36" name="순서도: 처리 35"/>
          <p:cNvSpPr/>
          <p:nvPr/>
        </p:nvSpPr>
        <p:spPr>
          <a:xfrm>
            <a:off x="4167188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163708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4219049" y="166628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920789" y="248198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81624" y="249110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920789" y="276186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232920" y="2770993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6764" y="3473517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67539" y="3911475"/>
            <a:ext cx="261670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A-1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66916" y="3284984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지시수량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4914394" y="21469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32920" y="2156044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6165587" y="215604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532" y="3069540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4308761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61281" y="164535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68679" y="1623851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65342" y="160489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조회 후 목록 건에 대해서 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57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6" name="순서도: 처리 35"/>
          <p:cNvSpPr/>
          <p:nvPr/>
        </p:nvSpPr>
        <p:spPr>
          <a:xfrm>
            <a:off x="1234895" y="1617284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29330" y="161677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1284671" y="165382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041382" y="240997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02217" y="241909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63115" y="303419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041382" y="268986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353513" y="2698985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순서도: 처리 88"/>
          <p:cNvSpPr/>
          <p:nvPr/>
        </p:nvSpPr>
        <p:spPr>
          <a:xfrm>
            <a:off x="4208837" y="1610474"/>
            <a:ext cx="2618016" cy="4701957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205357" y="161728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901694" y="228116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198451" y="229029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901694" y="2564613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211855" y="2546365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33"/>
          <p:cNvSpPr>
            <a:spLocks noChangeArrowheads="1"/>
          </p:cNvSpPr>
          <p:nvPr/>
        </p:nvSpPr>
        <p:spPr bwMode="auto">
          <a:xfrm>
            <a:off x="4260698" y="165433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4901694" y="2865118"/>
            <a:ext cx="771386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211855" y="285604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901694" y="4014134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211855" y="4005064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901694" y="4302166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211855" y="429309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4901694" y="459019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211855" y="4581128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4901694" y="487823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4211855" y="4869160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901694" y="5166262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211855" y="5157192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5941382" y="4302166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394750" y="434328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01694" y="5454294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211855" y="5445224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217863" y="5736021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894214" y="5735625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333683" y="5976780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900921" y="1972892"/>
            <a:ext cx="772159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1A-01-01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162557" y="1982017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232920" y="314096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232920" y="341403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246408" y="371761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미출고사유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4922759" y="369797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타원 67"/>
          <p:cNvSpPr/>
          <p:nvPr/>
        </p:nvSpPr>
        <p:spPr bwMode="auto">
          <a:xfrm>
            <a:off x="3718927" y="3526462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032399" y="2127311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350925" y="2136436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3283592" y="2136436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355945" y="5502983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31831" y="1623851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231831" y="3473517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232606" y="3911475"/>
            <a:ext cx="261670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A-1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231983" y="3284984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지시수량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5674635" y="1969845"/>
            <a:ext cx="857479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6330336" y="368892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5673080" y="2866710"/>
            <a:ext cx="85903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219108" y="161140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914255" y="3134592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214790" y="3153976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866578" y="3134592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167113" y="3153976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914255" y="3402447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214790" y="3421831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866578" y="3402447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167113" y="3421831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083671" y="1770877"/>
            <a:ext cx="24156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상세에서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스캔시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포커스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위치해있게 수정</a:t>
            </a: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미출고사유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콤보박스는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 수량보다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적을 경우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포함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안됨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지시수량 디폴트로 보여지게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798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입하검수팝업조회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15" name="순서도: 처리 14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979128" y="200583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39963" y="201496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974799" y="227645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35634" y="228557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33"/>
          <p:cNvSpPr>
            <a:spLocks noChangeArrowheads="1"/>
          </p:cNvSpPr>
          <p:nvPr/>
        </p:nvSpPr>
        <p:spPr bwMode="auto">
          <a:xfrm>
            <a:off x="6379927" y="2270687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166764" y="3295881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    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167539" y="3733839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               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96532" y="2853516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6916" y="31073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308761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순서도: 처리 49"/>
          <p:cNvSpPr/>
          <p:nvPr/>
        </p:nvSpPr>
        <p:spPr>
          <a:xfrm>
            <a:off x="1234895" y="1617284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29330" y="161677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33"/>
          <p:cNvSpPr>
            <a:spLocks noChangeArrowheads="1"/>
          </p:cNvSpPr>
          <p:nvPr/>
        </p:nvSpPr>
        <p:spPr bwMode="auto">
          <a:xfrm>
            <a:off x="1284671" y="165382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041382" y="240997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02217" y="241909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63115" y="303419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041382" y="268986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53513" y="2698985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032399" y="2127311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350925" y="2136436"/>
            <a:ext cx="61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283592" y="2136436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1355945" y="5502983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31831" y="1623851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231831" y="3473517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232606" y="3911475"/>
            <a:ext cx="261670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128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A-1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231983" y="3284984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지시수량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58" name="타원 57"/>
          <p:cNvSpPr/>
          <p:nvPr/>
        </p:nvSpPr>
        <p:spPr bwMode="auto">
          <a:xfrm>
            <a:off x="3618888" y="2068801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72479" y="164433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출고번호조회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83671" y="1770877"/>
            <a:ext cx="241568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 오늘날짜로 출고구분 정상출고로 디폴트 될 수 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리스트에서 출고번호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오늘날짜 정상출고로 조회이벤트 될 수 있게 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-TOTAL)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0" name="순서도: 처리 59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74441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277146" y="2270962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277921" y="2708920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277920" y="3146877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33"/>
          <p:cNvSpPr>
            <a:spLocks noChangeArrowheads="1"/>
          </p:cNvSpPr>
          <p:nvPr/>
        </p:nvSpPr>
        <p:spPr bwMode="auto">
          <a:xfrm>
            <a:off x="1346449" y="167530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1274441" y="3580258"/>
            <a:ext cx="262149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78583" y="4018215"/>
            <a:ext cx="2617351" cy="43338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/>
          <p:cNvSpPr/>
          <p:nvPr/>
        </p:nvSpPr>
        <p:spPr bwMode="auto">
          <a:xfrm>
            <a:off x="3656856" y="3224495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37" name="순서도: 처리 36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4920789" y="25379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81624" y="254706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164832" y="3529474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65600" y="396743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66916" y="334094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제품명  지시수량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914394" y="220287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64832" y="2212001"/>
            <a:ext cx="7495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6165587" y="221200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96532" y="312549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308761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72614" y="164321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리스트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65342" y="1604890"/>
            <a:ext cx="241568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 조회 후 목록 건에 대해서 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분배 버튼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웨이브번호 값도 같이 보내서 분배리스트 조회 될 수 있게 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-TOTAL)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74441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89836" y="1629741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리스트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33"/>
          <p:cNvSpPr>
            <a:spLocks noChangeArrowheads="1"/>
          </p:cNvSpPr>
          <p:nvPr/>
        </p:nvSpPr>
        <p:spPr bwMode="auto">
          <a:xfrm>
            <a:off x="1330549" y="165393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2029630" y="262037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90465" y="262950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73673" y="3611914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 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274441" y="404987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 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275757" y="342338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지시수량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2023235" y="228531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73672" y="2294439"/>
            <a:ext cx="755957" cy="22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3274428" y="229444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5373" y="320793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타원 82"/>
          <p:cNvSpPr/>
          <p:nvPr/>
        </p:nvSpPr>
        <p:spPr bwMode="auto">
          <a:xfrm>
            <a:off x="3594061" y="2209573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163" name="순서도: 처리 162"/>
          <p:cNvSpPr/>
          <p:nvPr/>
        </p:nvSpPr>
        <p:spPr>
          <a:xfrm>
            <a:off x="4208837" y="1610474"/>
            <a:ext cx="2618016" cy="4279151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205357" y="161728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직사각형 33"/>
          <p:cNvSpPr>
            <a:spLocks noChangeArrowheads="1"/>
          </p:cNvSpPr>
          <p:nvPr/>
        </p:nvSpPr>
        <p:spPr bwMode="auto">
          <a:xfrm>
            <a:off x="4260698" y="165433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219108" y="161140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웨이브번호조회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4979128" y="200583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4030771" y="2014962"/>
            <a:ext cx="10134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웨이브생성일자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4213394" y="3295881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11111     1234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 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4214169" y="3733839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11111     1234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143162" y="2853516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4213546" y="31073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기준번호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기준설명</a:t>
            </a:r>
            <a:endParaRPr lang="en-US" altLang="ko-KR" sz="8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4308761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406671" y="5463402"/>
            <a:ext cx="1098058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667060" y="5458305"/>
            <a:ext cx="1098058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83671" y="1770877"/>
            <a:ext cx="241568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웨이브생성일자 오늘날짜로 디폴트 될 수 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리스트에서 웨이브번호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 시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오늘날짜 조회이벤트 될 수 있게 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599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-TOTAL)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0" name="순서도: 처리 59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74441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33"/>
          <p:cNvSpPr>
            <a:spLocks noChangeArrowheads="1"/>
          </p:cNvSpPr>
          <p:nvPr/>
        </p:nvSpPr>
        <p:spPr bwMode="auto">
          <a:xfrm>
            <a:off x="1346449" y="167530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029630" y="262037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0465" y="262950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023235" y="228531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73672" y="2294439"/>
            <a:ext cx="755957" cy="22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3274428" y="229444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9" name="타원 28"/>
          <p:cNvSpPr/>
          <p:nvPr/>
        </p:nvSpPr>
        <p:spPr bwMode="auto">
          <a:xfrm>
            <a:off x="3734524" y="3681588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406671" y="5463402"/>
            <a:ext cx="1098058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순서도: 처리 63"/>
          <p:cNvSpPr/>
          <p:nvPr/>
        </p:nvSpPr>
        <p:spPr>
          <a:xfrm>
            <a:off x="4208837" y="1610474"/>
            <a:ext cx="2618016" cy="4701957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205357" y="161728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901694" y="228116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198451" y="229029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901694" y="2564613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11855" y="2546365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33"/>
          <p:cNvSpPr>
            <a:spLocks noChangeArrowheads="1"/>
          </p:cNvSpPr>
          <p:nvPr/>
        </p:nvSpPr>
        <p:spPr bwMode="auto">
          <a:xfrm>
            <a:off x="4260698" y="165433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4901694" y="2865118"/>
            <a:ext cx="771386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11855" y="285604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4333683" y="5976780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900921" y="1972892"/>
            <a:ext cx="772159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1A-01-01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162557" y="1982017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232920" y="314096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232920" y="341403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246408" y="371761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미출고사유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922759" y="369797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674635" y="1969845"/>
            <a:ext cx="857479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직사각형 33"/>
          <p:cNvSpPr>
            <a:spLocks noChangeArrowheads="1"/>
          </p:cNvSpPr>
          <p:nvPr/>
        </p:nvSpPr>
        <p:spPr bwMode="auto">
          <a:xfrm>
            <a:off x="6330336" y="368892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5673080" y="2866710"/>
            <a:ext cx="85903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219108" y="161140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289836" y="1629741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리스트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1273673" y="3611914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 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274441" y="404987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      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A-1  PLT-1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1275757" y="342338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지시수량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 ID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05373" y="320793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667060" y="5458305"/>
            <a:ext cx="1098058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904239" y="3142341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204774" y="3161725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856562" y="3142341"/>
            <a:ext cx="325370" cy="2315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157097" y="3161725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904239" y="3410196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204774" y="3429580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856562" y="3410196"/>
            <a:ext cx="325370" cy="23154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157097" y="3429580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83671" y="1770877"/>
            <a:ext cx="24156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상세에서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스캔시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포커스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위치해있게 수정</a:t>
            </a: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미출고사유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콤보박스는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 수량보다 적을 경우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포함 안됨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지시수량 디폴트로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보여지게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62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분배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6" name="순서도: 처리 25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274441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274442" y="2270962"/>
            <a:ext cx="262149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77921" y="2708920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277920" y="3146877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1346449" y="167530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274441" y="3584834"/>
            <a:ext cx="2621494" cy="43338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274401" y="4018215"/>
            <a:ext cx="2621534" cy="43338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/>
          <p:cNvSpPr/>
          <p:nvPr/>
        </p:nvSpPr>
        <p:spPr bwMode="auto">
          <a:xfrm>
            <a:off x="3643036" y="3643253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37" name="순서도: 처리 36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69874" y="164446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85269" y="1644971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분배리스트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33"/>
          <p:cNvSpPr>
            <a:spLocks noChangeArrowheads="1"/>
          </p:cNvSpPr>
          <p:nvPr/>
        </p:nvSpPr>
        <p:spPr bwMode="auto">
          <a:xfrm>
            <a:off x="4225215" y="168151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308761" y="5301208"/>
            <a:ext cx="2372431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20789" y="25379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64832" y="2547062"/>
            <a:ext cx="6441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164832" y="3529853"/>
            <a:ext cx="2626537" cy="4432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64832" y="3973129"/>
            <a:ext cx="262653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166916" y="334094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  제품명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피킹박스수량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피킹낱개수량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914394" y="220287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4832" y="2212001"/>
            <a:ext cx="7495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6165587" y="221200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532" y="312549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65342" y="160489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 조회 후 목록 건에 대해서 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52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분배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6" name="순서도: 처리 25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278106" y="163595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1350114" y="168202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1424521" y="5436900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036549" y="25379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89836" y="2547062"/>
            <a:ext cx="638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030154" y="220287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80592" y="2212001"/>
            <a:ext cx="7495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3281347" y="221200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4" name="타원 33"/>
          <p:cNvSpPr/>
          <p:nvPr/>
        </p:nvSpPr>
        <p:spPr bwMode="auto">
          <a:xfrm>
            <a:off x="3608311" y="2143036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  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순서도: 처리 53"/>
          <p:cNvSpPr/>
          <p:nvPr/>
        </p:nvSpPr>
        <p:spPr>
          <a:xfrm>
            <a:off x="4177473" y="1594262"/>
            <a:ext cx="2618016" cy="4279151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205357" y="161728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33"/>
          <p:cNvSpPr>
            <a:spLocks noChangeArrowheads="1"/>
          </p:cNvSpPr>
          <p:nvPr/>
        </p:nvSpPr>
        <p:spPr bwMode="auto">
          <a:xfrm>
            <a:off x="4260698" y="165433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19108" y="161140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웨이브번호조회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979128" y="200583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182398" y="3295881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11111     1234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 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183173" y="3733839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11111     1234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출고예정일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43162" y="2853516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182550" y="31073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기준번호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기준설명</a:t>
            </a:r>
            <a:endParaRPr lang="en-US" altLang="ko-KR" sz="8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4308761" y="5511779"/>
            <a:ext cx="2372431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135989" y="2005837"/>
            <a:ext cx="939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 생성일자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279608" y="3529853"/>
            <a:ext cx="2626537" cy="4432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279608" y="3973129"/>
            <a:ext cx="262653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81692" y="334094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  제품명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피킹박스수량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피킹낱개수량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11308" y="312549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98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피킹처리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분배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6" name="순서도: 처리 25"/>
          <p:cNvSpPr/>
          <p:nvPr/>
        </p:nvSpPr>
        <p:spPr>
          <a:xfrm>
            <a:off x="1277921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278106" y="163595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1350114" y="168202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7" name="순서도: 처리 36"/>
          <p:cNvSpPr/>
          <p:nvPr/>
        </p:nvSpPr>
        <p:spPr>
          <a:xfrm>
            <a:off x="4137402" y="1617891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80227" y="1643402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분배리스트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1424521" y="5436900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036549" y="253793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89836" y="2547062"/>
            <a:ext cx="638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030154" y="220287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80592" y="2212001"/>
            <a:ext cx="7495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3281347" y="221200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4" name="타원 33"/>
          <p:cNvSpPr/>
          <p:nvPr/>
        </p:nvSpPr>
        <p:spPr bwMode="auto">
          <a:xfrm>
            <a:off x="3734524" y="3583043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166148" y="3201157"/>
            <a:ext cx="261863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164832" y="3639115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166148" y="3012624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피킹박스수량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피킹낱개수량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095764" y="278150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859325" y="3328159"/>
            <a:ext cx="743290" cy="212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891138" y="3760383"/>
            <a:ext cx="743290" cy="212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901694" y="206991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11855" y="20608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     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914774" y="239407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224935" y="2385009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840306" y="3328159"/>
            <a:ext cx="743290" cy="212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840306" y="3746204"/>
            <a:ext cx="743290" cy="212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280592" y="3529853"/>
            <a:ext cx="2626537" cy="4432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280592" y="3973129"/>
            <a:ext cx="262653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82676" y="334094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  제품명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피킹박스수량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피킹낱개수량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2292" y="312549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65342" y="1604890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 분배목록에서 가져와서 보여 져야 함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보여지게 되 있음 수정필요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80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출고시리얼 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스캔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9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819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9" name="순서도: 처리 38"/>
          <p:cNvSpPr/>
          <p:nvPr/>
        </p:nvSpPr>
        <p:spPr>
          <a:xfrm>
            <a:off x="1284072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80592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283297" y="2270962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284072" y="2708920"/>
            <a:ext cx="261801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84071" y="3146877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33"/>
          <p:cNvSpPr>
            <a:spLocks noChangeArrowheads="1"/>
          </p:cNvSpPr>
          <p:nvPr/>
        </p:nvSpPr>
        <p:spPr bwMode="auto">
          <a:xfrm>
            <a:off x="1352600" y="167530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1285716" y="3584453"/>
            <a:ext cx="2616370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286489" y="4022410"/>
            <a:ext cx="2615598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/>
          <p:cNvSpPr/>
          <p:nvPr/>
        </p:nvSpPr>
        <p:spPr bwMode="auto">
          <a:xfrm>
            <a:off x="3632558" y="2801492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37" name="순서도: 처리 36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80227" y="1643402"/>
            <a:ext cx="26061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출고시리얼스캔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endParaRPr lang="ko-KR" altLang="en-US" sz="14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176698" y="4202099"/>
            <a:ext cx="2613313" cy="44512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SN-12345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172764" y="4647227"/>
            <a:ext cx="26180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SN-12345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172764" y="4005065"/>
            <a:ext cx="2615935" cy="19703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시리얼번호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00990" y="3789620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217081" y="20608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906920" y="2355765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17081" y="234669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922577" y="2984546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232738" y="297547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944190" y="2984546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415633" y="302566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911988" y="206084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163181" y="2069973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pic>
        <p:nvPicPr>
          <p:cNvPr id="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40322" y="4343076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40322" y="4780845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40322" y="402299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" name="그룹 84"/>
          <p:cNvGrpSpPr/>
          <p:nvPr/>
        </p:nvGrpSpPr>
        <p:grpSpPr>
          <a:xfrm>
            <a:off x="4201331" y="5517231"/>
            <a:ext cx="2590614" cy="322610"/>
            <a:chOff x="4194587" y="5539488"/>
            <a:chExt cx="2590614" cy="322610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4194587" y="5539489"/>
              <a:ext cx="81558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5015790" y="5539488"/>
              <a:ext cx="947252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6003924" y="5539489"/>
              <a:ext cx="781277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6" name="직사각형 95"/>
          <p:cNvSpPr/>
          <p:nvPr/>
        </p:nvSpPr>
        <p:spPr>
          <a:xfrm>
            <a:off x="4904994" y="2645982"/>
            <a:ext cx="118233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215155" y="263691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148666" y="264249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4012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출고시리얼 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스캔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9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819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7" name="순서도: 처리 36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164064" y="3128569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롯데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프린터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164832" y="3566527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    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롯데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프린터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166148" y="2949531"/>
            <a:ext cx="2618637" cy="17903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제품코드  제품명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095764" y="2708920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211855" y="20608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11855" y="234669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순서도: 처리 40"/>
          <p:cNvSpPr/>
          <p:nvPr/>
        </p:nvSpPr>
        <p:spPr>
          <a:xfrm>
            <a:off x="126222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261448" y="1642895"/>
            <a:ext cx="2618789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33"/>
          <p:cNvSpPr>
            <a:spLocks noChangeArrowheads="1"/>
          </p:cNvSpPr>
          <p:nvPr/>
        </p:nvSpPr>
        <p:spPr bwMode="auto">
          <a:xfrm>
            <a:off x="131408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265382" y="4202099"/>
            <a:ext cx="2613313" cy="44512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SN-12345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61448" y="4647227"/>
            <a:ext cx="26180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SN-12345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261448" y="4005065"/>
            <a:ext cx="2615935" cy="19703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시리얼번호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189674" y="3789620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05765" y="20608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995604" y="2355765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05765" y="234669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011261" y="2984546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321422" y="297547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032874" y="2984546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504317" y="302566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914394" y="206084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000672" y="206084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251865" y="2069973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9" name="타원 78"/>
          <p:cNvSpPr/>
          <p:nvPr/>
        </p:nvSpPr>
        <p:spPr bwMode="auto">
          <a:xfrm>
            <a:off x="3525485" y="1908529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914394" y="234246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288208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9006" y="4343076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9006" y="4780845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1429006" y="402299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5878114" y="2335823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출고시리얼스캔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71997" y="164273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출고번호조회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4" name="그룹 73"/>
          <p:cNvGrpSpPr/>
          <p:nvPr/>
        </p:nvGrpSpPr>
        <p:grpSpPr>
          <a:xfrm>
            <a:off x="1290016" y="5517232"/>
            <a:ext cx="2590613" cy="322609"/>
            <a:chOff x="4194588" y="5539489"/>
            <a:chExt cx="2590613" cy="322609"/>
          </a:xfrm>
        </p:grpSpPr>
        <p:sp>
          <p:nvSpPr>
            <p:cNvPr id="75" name="모서리가 둥근 직사각형 74"/>
            <p:cNvSpPr/>
            <p:nvPr/>
          </p:nvSpPr>
          <p:spPr>
            <a:xfrm>
              <a:off x="4194588" y="5539489"/>
              <a:ext cx="597646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4820958" y="5539489"/>
              <a:ext cx="68640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모서리가 둥근 직사각형 81"/>
            <p:cNvSpPr/>
            <p:nvPr/>
          </p:nvSpPr>
          <p:spPr>
            <a:xfrm>
              <a:off x="5536087" y="5539489"/>
              <a:ext cx="628632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6193442" y="5539489"/>
              <a:ext cx="591759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1993678" y="2645982"/>
            <a:ext cx="118233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303839" y="263691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시리얼번호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3221415" y="266527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405845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출고상차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51" name="순서도: 처리 50"/>
          <p:cNvSpPr/>
          <p:nvPr/>
        </p:nvSpPr>
        <p:spPr>
          <a:xfrm>
            <a:off x="1259375" y="1622425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255895" y="1629234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258600" y="2270962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259375" y="2708920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시리얼 스캔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259374" y="3146877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총량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33"/>
          <p:cNvSpPr>
            <a:spLocks noChangeArrowheads="1"/>
          </p:cNvSpPr>
          <p:nvPr/>
        </p:nvSpPr>
        <p:spPr bwMode="auto">
          <a:xfrm>
            <a:off x="1327903" y="167530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258574" y="3584834"/>
            <a:ext cx="2619589" cy="4375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255895" y="4022410"/>
            <a:ext cx="2621493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출고상차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 bwMode="auto">
          <a:xfrm>
            <a:off x="3728864" y="4100951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36" name="순서도: 처리 35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80227" y="1643402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출고상차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164064" y="3417181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부산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164832" y="3855139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부산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166148" y="32286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095764" y="2997532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901694" y="206991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11855" y="206084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901694" y="2355765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11855" y="234669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901694" y="264598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11855" y="263691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288208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69030" y="1629852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 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715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출고상차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6" name="순서도: 처리 35"/>
          <p:cNvSpPr/>
          <p:nvPr/>
        </p:nvSpPr>
        <p:spPr>
          <a:xfrm>
            <a:off x="4168312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4832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4220173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164064" y="3129149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프린터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166148" y="2940616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피킹박스수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피킹낱개수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095764" y="2709500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901694" y="206991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11855" y="2060848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순서도: 처리 28"/>
          <p:cNvSpPr/>
          <p:nvPr/>
        </p:nvSpPr>
        <p:spPr>
          <a:xfrm>
            <a:off x="1262833" y="16360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62208" y="164289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1317549" y="167994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261440" y="3417181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부산 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262208" y="3855139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부산 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63524" y="322864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93140" y="2997532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999070" y="206991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09231" y="206084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999070" y="2355765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09231" y="234669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999070" y="264598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09231" y="263691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/>
          <p:cNvSpPr/>
          <p:nvPr/>
        </p:nvSpPr>
        <p:spPr bwMode="auto">
          <a:xfrm>
            <a:off x="3722232" y="3480021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917351" y="2357950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27512" y="234888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745088" y="2357950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410407" y="2399066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88505" y="2393982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4288208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상차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161978" y="4312240"/>
            <a:ext cx="26207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162746" y="4750198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P002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164062" y="4123707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피킹파렛트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상차파렛트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564463" y="4391957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564463" y="4841378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1385584" y="5431703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80227" y="1643402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출고상차리스트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72843" y="1633072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출고상차 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065342" y="1604890"/>
            <a:ext cx="241568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선택 없이 상차 버튼 처리시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버튼선택후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상차하라고 메시지 띄우기</a:t>
            </a: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상차파렛트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스캔안했을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경우 상차 처리 안되게 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04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재고이동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1223733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20253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35648" y="1636116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41829" y="221371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2669252" y="220486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1341829" y="2791861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2669252" y="278301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1341829" y="336901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669252" y="336016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</a:p>
        </p:txBody>
      </p:sp>
      <p:sp>
        <p:nvSpPr>
          <p:cNvPr id="94" name="타원 93"/>
          <p:cNvSpPr/>
          <p:nvPr/>
        </p:nvSpPr>
        <p:spPr bwMode="auto">
          <a:xfrm>
            <a:off x="2182192" y="3293054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1270542" y="166704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4167188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3708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78327" y="2284146"/>
            <a:ext cx="260687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78328" y="2722104"/>
            <a:ext cx="260764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178329" y="3160061"/>
            <a:ext cx="260687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35716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178329" y="3597637"/>
            <a:ext cx="260764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179102" y="4035594"/>
            <a:ext cx="260609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178329" y="4473170"/>
            <a:ext cx="260687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61239" y="1643798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341829" y="392415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</p:spTree>
    <p:extLst>
      <p:ext uri="{BB962C8B-B14F-4D97-AF65-F5344CB8AC3E}">
        <p14:creationId xmlns:p14="http://schemas.microsoft.com/office/powerpoint/2010/main" val="91116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지시재고이동</a:t>
            </a:r>
            <a:r>
              <a:rPr lang="en-US" altLang="ko-KR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33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434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4" name="순서도: 처리 43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237651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236851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240068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237121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 bwMode="auto">
          <a:xfrm>
            <a:off x="3658845" y="2343947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35" name="순서도: 처리 34"/>
          <p:cNvSpPr/>
          <p:nvPr/>
        </p:nvSpPr>
        <p:spPr>
          <a:xfrm>
            <a:off x="4167188" y="1645247"/>
            <a:ext cx="2618015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재고이동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973675" y="2014998"/>
            <a:ext cx="1642229" cy="2431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77091" y="202406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973675" y="22856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99843" y="2294738"/>
            <a:ext cx="7195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163082" y="3251648"/>
            <a:ext cx="26221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P01      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삼성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P02        PLT-01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63084" y="3689606"/>
            <a:ext cx="2622120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P01     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삼성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P02        PLT-01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163083" y="3063116"/>
            <a:ext cx="2622120" cy="18853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지시수량  이동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016" y="2768211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292863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43533" y="165154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65342" y="160489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 조회 후 목록 건에 대해서 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55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지시재고이동</a:t>
            </a:r>
            <a:r>
              <a:rPr lang="en-US" altLang="ko-KR" sz="9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33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434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2" name="순서도: 처리 31"/>
          <p:cNvSpPr/>
          <p:nvPr/>
        </p:nvSpPr>
        <p:spPr>
          <a:xfrm>
            <a:off x="4167188" y="1645247"/>
            <a:ext cx="2618016" cy="427401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재고이동 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044065" y="2132856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248727" y="2141979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044065" y="241630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51634" y="2398051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044065" y="2716805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51634" y="270773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044065" y="362477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51634" y="3615709"/>
            <a:ext cx="806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51634" y="3903740"/>
            <a:ext cx="806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대상파렛트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044065" y="420084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251634" y="4191772"/>
            <a:ext cx="7916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866956" y="2716805"/>
            <a:ext cx="598212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537121" y="2757921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263103" y="5517232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34233" y="2756884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058140" y="3027239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265709" y="3018169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5881031" y="3027239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551196" y="3068355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448308" y="3067318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순서도: 처리 45"/>
          <p:cNvSpPr/>
          <p:nvPr/>
        </p:nvSpPr>
        <p:spPr>
          <a:xfrm>
            <a:off x="1182856" y="1645247"/>
            <a:ext cx="2618015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79376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94771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재고이동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1234717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989343" y="2014998"/>
            <a:ext cx="1642229" cy="2431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92759" y="202406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989343" y="22856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15511" y="2294738"/>
            <a:ext cx="7195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178750" y="3251648"/>
            <a:ext cx="262212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P01      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삼성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P02        PLT-01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78752" y="3689606"/>
            <a:ext cx="2622120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P01     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삼성  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P02        PLT-01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178751" y="3063116"/>
            <a:ext cx="2622120" cy="18853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지시수량  이동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PLTID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9684" y="2768211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308531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/>
          <p:cNvSpPr/>
          <p:nvPr/>
        </p:nvSpPr>
        <p:spPr bwMode="auto">
          <a:xfrm>
            <a:off x="3722587" y="3325667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37858" y="3905690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48418" y="3307046"/>
            <a:ext cx="806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대상로케이션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034642" y="3308996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065342" y="1604890"/>
            <a:ext cx="241568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 지시수량으로 디폴트로 표시</a:t>
            </a: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안하고 확정시 위치를 입력하세요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입력하세요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just">
              <a:defRPr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PLTID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 같음 메시지 수정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24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>
                <a:latin typeface="굴림" panose="020B0600000101010101" pitchFamily="50" charset="-127"/>
                <a:ea typeface="굴림" panose="020B0600000101010101" pitchFamily="50" charset="-127"/>
              </a:rPr>
              <a:t>임의재고이동</a:t>
            </a:r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4" name="순서도: 처리 23"/>
          <p:cNvSpPr/>
          <p:nvPr/>
        </p:nvSpPr>
        <p:spPr>
          <a:xfrm>
            <a:off x="636000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32520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35225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36000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35999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704528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35199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38416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35469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 51"/>
          <p:cNvSpPr/>
          <p:nvPr/>
        </p:nvSpPr>
        <p:spPr bwMode="auto">
          <a:xfrm>
            <a:off x="3057193" y="278092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53" name="순서도: 처리 52"/>
          <p:cNvSpPr/>
          <p:nvPr/>
        </p:nvSpPr>
        <p:spPr>
          <a:xfrm>
            <a:off x="3565536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562056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77451" y="1652563"/>
            <a:ext cx="2606100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임의재고이동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33"/>
          <p:cNvSpPr>
            <a:spLocks noChangeArrowheads="1"/>
          </p:cNvSpPr>
          <p:nvPr/>
        </p:nvSpPr>
        <p:spPr bwMode="auto">
          <a:xfrm>
            <a:off x="3562055" y="1663599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024246" y="5588382"/>
            <a:ext cx="1080882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5111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재고이동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444031" y="206084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38342" y="2069973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432800" y="2924944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638342" y="2934068"/>
            <a:ext cx="801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LOC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436957" y="23377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없을경우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대상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702601" y="234683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5871348" y="2344049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순서도: 처리 95"/>
          <p:cNvSpPr/>
          <p:nvPr/>
        </p:nvSpPr>
        <p:spPr>
          <a:xfrm>
            <a:off x="6384687" y="1579465"/>
            <a:ext cx="2618016" cy="1705519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6380765" y="162418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33"/>
          <p:cNvSpPr>
            <a:spLocks noChangeArrowheads="1"/>
          </p:cNvSpPr>
          <p:nvPr/>
        </p:nvSpPr>
        <p:spPr bwMode="auto">
          <a:xfrm>
            <a:off x="6448863" y="16763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90208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LOC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413538" y="1973377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6408791" y="217786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409847" y="237471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404621" y="2768795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A1-0102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3655332" y="5582924"/>
            <a:ext cx="1167779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48863" y="379448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 확정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없음</a:t>
            </a: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PLTID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모를경우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입력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안했을때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대상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조회후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선택하면 대상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PLTID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대상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 가져와서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표현후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ToLoc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스캔후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확정 처리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717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재고조사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24" name="순서도: 처리 23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237651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236851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240068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37121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 51"/>
          <p:cNvSpPr/>
          <p:nvPr/>
        </p:nvSpPr>
        <p:spPr bwMode="auto">
          <a:xfrm>
            <a:off x="3658845" y="3212976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43" name="순서도: 처리 42"/>
          <p:cNvSpPr/>
          <p:nvPr/>
        </p:nvSpPr>
        <p:spPr>
          <a:xfrm>
            <a:off x="416718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재고조사리스트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969164" y="2014998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38839" y="202412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973675" y="22856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234510" y="229473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95408" y="306215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971284" y="254584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32119" y="255496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5588056" y="5588382"/>
            <a:ext cx="1106470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62642" y="3417181"/>
            <a:ext cx="26250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162643" y="3855139"/>
            <a:ext cx="2625026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163959" y="3228649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  지시수량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9031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재고이동  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232119" y="5597353"/>
            <a:ext cx="1265259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65342" y="1604890"/>
            <a:ext cx="241568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 조회 후 목록 건에 대해서 로케이션코드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10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재고조사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3" name="순서도: 처리 42"/>
          <p:cNvSpPr/>
          <p:nvPr/>
        </p:nvSpPr>
        <p:spPr>
          <a:xfrm>
            <a:off x="4167188" y="1645246"/>
            <a:ext cx="2618016" cy="4736081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044065" y="2350065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51634" y="235919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044065" y="2633509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51634" y="2615260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44065" y="3634850"/>
            <a:ext cx="797487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51634" y="3606761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044065" y="3920697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51634" y="3911626"/>
            <a:ext cx="603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044065" y="4208729"/>
            <a:ext cx="55778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251634" y="4199659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044065" y="4496761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51634" y="4487691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044065" y="4784793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51634" y="4775722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044065" y="5072825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51634" y="5063754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083753" y="4208729"/>
            <a:ext cx="598212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537121" y="424984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044065" y="5360857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251634" y="5351787"/>
            <a:ext cx="679481" cy="21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251635" y="5642582"/>
            <a:ext cx="674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036585" y="564218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043292" y="2041788"/>
            <a:ext cx="1637900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51635" y="2050913"/>
            <a:ext cx="595034" cy="214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043292" y="2942410"/>
            <a:ext cx="413764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250861" y="2924944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946271" y="2942410"/>
            <a:ext cx="413764" cy="23508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56510" y="2950529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360035" y="2962050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5043292" y="3284123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250861" y="3266657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946271" y="3284123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456510" y="329224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360035" y="3303763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263103" y="6049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순서도: 처리 74"/>
          <p:cNvSpPr/>
          <p:nvPr/>
        </p:nvSpPr>
        <p:spPr>
          <a:xfrm>
            <a:off x="1255455" y="165205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251975" y="165886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33"/>
          <p:cNvSpPr>
            <a:spLocks noChangeArrowheads="1"/>
          </p:cNvSpPr>
          <p:nvPr/>
        </p:nvSpPr>
        <p:spPr bwMode="auto">
          <a:xfrm>
            <a:off x="1307316" y="169591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2057431" y="2021807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327106" y="203093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061942" y="229242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322777" y="23015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183675" y="306896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059551" y="255265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320386" y="256177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1351370" y="5595191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256145" y="3423990"/>
            <a:ext cx="261389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256145" y="3861948"/>
            <a:ext cx="261389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252226" y="3235458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  지시수량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</a:p>
        </p:txBody>
      </p:sp>
      <p:sp>
        <p:nvSpPr>
          <p:cNvPr id="104" name="타원 103"/>
          <p:cNvSpPr/>
          <p:nvPr/>
        </p:nvSpPr>
        <p:spPr bwMode="auto">
          <a:xfrm>
            <a:off x="3666450" y="3501276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839663" y="3632665"/>
            <a:ext cx="826031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재고조사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57345" y="165516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재고조사리스트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065342" y="1604890"/>
            <a:ext cx="241568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실사수량 재고수량으로 표시 실사수량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이거나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스캔이나 </a:t>
            </a:r>
            <a:r>
              <a:rPr lang="ko-KR" altLang="en-US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입력안되면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확정 안되게 수정 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12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재고조사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3" name="순서도: 처리 42"/>
          <p:cNvSpPr/>
          <p:nvPr/>
        </p:nvSpPr>
        <p:spPr>
          <a:xfrm>
            <a:off x="4167188" y="1645246"/>
            <a:ext cx="2618016" cy="4736081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044065" y="2350065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48727" y="2359188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044065" y="2633509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51634" y="2615260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44065" y="377886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51634" y="3750777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044065" y="406471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51634" y="4055642"/>
            <a:ext cx="603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044065" y="4352745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251634" y="434367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044065" y="464077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51634" y="4631707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044065" y="492880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51634" y="4919738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044065" y="521684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51634" y="5207770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083753" y="4352745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537121" y="439386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044065" y="550487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251634" y="5495803"/>
            <a:ext cx="679481" cy="21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251635" y="5786598"/>
            <a:ext cx="674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036585" y="578620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043292" y="204178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48727" y="2050913"/>
            <a:ext cx="59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5043292" y="351847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250861" y="3501008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946271" y="351847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456510" y="3526593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360035" y="3538114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263103" y="6049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5043291" y="2922844"/>
            <a:ext cx="1637901" cy="23784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재조사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44154" y="290459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실사유형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48251" y="321297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순서도: 처리 77"/>
          <p:cNvSpPr/>
          <p:nvPr/>
        </p:nvSpPr>
        <p:spPr>
          <a:xfrm>
            <a:off x="1255455" y="165205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251975" y="1658865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33"/>
          <p:cNvSpPr>
            <a:spLocks noChangeArrowheads="1"/>
          </p:cNvSpPr>
          <p:nvPr/>
        </p:nvSpPr>
        <p:spPr bwMode="auto">
          <a:xfrm>
            <a:off x="1307316" y="169591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057431" y="2021807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327106" y="2030932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061942" y="229242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322777" y="230154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183675" y="3068967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2059551" y="255265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320386" y="2561778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1351370" y="5595191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256145" y="3423990"/>
            <a:ext cx="261389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256145" y="3861948"/>
            <a:ext cx="261389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P01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252226" y="3235458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  지시수량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</a:p>
        </p:txBody>
      </p:sp>
      <p:sp>
        <p:nvSpPr>
          <p:cNvPr id="105" name="타원 104"/>
          <p:cNvSpPr/>
          <p:nvPr/>
        </p:nvSpPr>
        <p:spPr bwMode="auto">
          <a:xfrm>
            <a:off x="3118621" y="546144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036585" y="3215873"/>
            <a:ext cx="1637901" cy="23784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33"/>
          <p:cNvSpPr>
            <a:spLocks noChangeArrowheads="1"/>
          </p:cNvSpPr>
          <p:nvPr/>
        </p:nvSpPr>
        <p:spPr bwMode="auto">
          <a:xfrm>
            <a:off x="6444162" y="321858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0" name="직사각형 33"/>
          <p:cNvSpPr>
            <a:spLocks noChangeArrowheads="1"/>
          </p:cNvSpPr>
          <p:nvPr/>
        </p:nvSpPr>
        <p:spPr bwMode="auto">
          <a:xfrm>
            <a:off x="6450869" y="290583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7345" y="165516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재고조사리스트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72614" y="1647418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재고신규등록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65342" y="1604890"/>
            <a:ext cx="241568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 디폴트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BOX, EA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표기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7641470" y="366132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49039" y="363323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11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재고상태변경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237651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236851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240068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37121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/>
          <p:cNvSpPr/>
          <p:nvPr/>
        </p:nvSpPr>
        <p:spPr bwMode="auto">
          <a:xfrm>
            <a:off x="3658845" y="3645024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29" name="순서도: 처리 28"/>
          <p:cNvSpPr/>
          <p:nvPr/>
        </p:nvSpPr>
        <p:spPr>
          <a:xfrm>
            <a:off x="416718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79103" y="1652563"/>
            <a:ext cx="2606100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재고상태변경리스트     홍길동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969164" y="2014998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3709" y="2024123"/>
            <a:ext cx="670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73675" y="22856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63708" y="2294738"/>
            <a:ext cx="6658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5408" y="306215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71284" y="254584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63708" y="2554969"/>
            <a:ext cx="6658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167878" y="3417181"/>
            <a:ext cx="262055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167877" y="3855139"/>
            <a:ext cx="262378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3959" y="3228649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제품상태 제고수량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288239" y="5539968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57345" y="165516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재고관리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065342" y="1604890"/>
            <a:ext cx="241568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 조회 후 목록 건에 대해서 로케이션코드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30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재고상태변경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4" name="순서도: 처리 63"/>
          <p:cNvSpPr/>
          <p:nvPr/>
        </p:nvSpPr>
        <p:spPr>
          <a:xfrm>
            <a:off x="416718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재고상태변경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044065" y="2350065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48727" y="2359188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043292" y="2935243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AA-01-11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50861" y="2916994"/>
            <a:ext cx="664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From 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43528" y="381683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AA-01-12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51097" y="3788747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 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043528" y="410268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P1408290002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51097" y="4093612"/>
            <a:ext cx="6642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 PLT 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50088" y="4399253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043292" y="2041788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48727" y="2050913"/>
            <a:ext cx="59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039348" y="3522338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46917" y="3504872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942327" y="3522338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52566" y="3530457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356091" y="3541978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042518" y="3224578"/>
            <a:ext cx="1637901" cy="237849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P1408290001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243380" y="3206329"/>
            <a:ext cx="792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From PLT 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248251" y="2636912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48251" y="4721567"/>
            <a:ext cx="794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274978" y="5533498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순서도: 처리 52"/>
          <p:cNvSpPr/>
          <p:nvPr/>
        </p:nvSpPr>
        <p:spPr>
          <a:xfrm>
            <a:off x="1247165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243685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33"/>
          <p:cNvSpPr>
            <a:spLocks noChangeArrowheads="1"/>
          </p:cNvSpPr>
          <p:nvPr/>
        </p:nvSpPr>
        <p:spPr bwMode="auto">
          <a:xfrm>
            <a:off x="1299026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049141" y="2014998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43686" y="2024123"/>
            <a:ext cx="670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053652" y="228561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43685" y="2294738"/>
            <a:ext cx="6658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175385" y="306215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051261" y="254584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43685" y="2554969"/>
            <a:ext cx="6315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1247855" y="3417181"/>
            <a:ext cx="261294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247855" y="3855139"/>
            <a:ext cx="2612946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243936" y="3228649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제품상태 제고수량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타원 100"/>
          <p:cNvSpPr/>
          <p:nvPr/>
        </p:nvSpPr>
        <p:spPr bwMode="auto">
          <a:xfrm>
            <a:off x="3695881" y="349385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368111" y="5522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036585" y="2636912"/>
            <a:ext cx="1637901" cy="237849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33"/>
          <p:cNvSpPr>
            <a:spLocks noChangeArrowheads="1"/>
          </p:cNvSpPr>
          <p:nvPr/>
        </p:nvSpPr>
        <p:spPr bwMode="auto">
          <a:xfrm>
            <a:off x="6444162" y="2639624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5036585" y="4703319"/>
            <a:ext cx="1637901" cy="23784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6444162" y="4706031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5046326" y="440255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949305" y="440255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59544" y="4410673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363069" y="4422194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39580" y="1652563"/>
            <a:ext cx="2606100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재고상태변경리스트     홍길동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065342" y="1604890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 재고수량으로 디폴트로 표시</a:t>
            </a:r>
          </a:p>
          <a:p>
            <a:pPr algn="just">
              <a:defRPr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위치 입력하세요 도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컬럼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별로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처리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87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PDA(PLT 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분할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237651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236851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240068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37121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/>
          <p:cNvSpPr/>
          <p:nvPr/>
        </p:nvSpPr>
        <p:spPr bwMode="auto">
          <a:xfrm>
            <a:off x="3658845" y="4149615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64" name="순서도: 처리 63"/>
          <p:cNvSpPr/>
          <p:nvPr/>
        </p:nvSpPr>
        <p:spPr>
          <a:xfrm>
            <a:off x="4133936" y="1645247"/>
            <a:ext cx="2802038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PLT </a:t>
            </a:r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9" name="모서리가 둥근 직사각형 58"/>
          <p:cNvSpPr/>
          <p:nvPr/>
        </p:nvSpPr>
        <p:spPr>
          <a:xfrm>
            <a:off x="5703275" y="5533499"/>
            <a:ext cx="944134" cy="25527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</a:t>
            </a: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363940" y="5538013"/>
            <a:ext cx="944134" cy="25527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57345" y="165516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재고관리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973675" y="206084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67986" y="2069973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163406" y="3970162"/>
            <a:ext cx="6656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63406" y="4247419"/>
            <a:ext cx="6656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62444" y="4507476"/>
            <a:ext cx="1646740" cy="22943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LOT001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167986" y="4516600"/>
            <a:ext cx="801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ID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966955" y="4778092"/>
            <a:ext cx="418093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67986" y="4787217"/>
            <a:ext cx="801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분할수량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5008197" y="3950522"/>
            <a:ext cx="1603378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008197" y="4227780"/>
            <a:ext cx="1596658" cy="23508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스캐너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145020" y="2394545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제품명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146076" y="2591387"/>
            <a:ext cx="2616270" cy="389726"/>
          </a:xfrm>
          <a:prstGeom prst="rect">
            <a:avLst/>
          </a:prstGeom>
          <a:solidFill>
            <a:srgbClr val="CCFF66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스캐너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140850" y="2985472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127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LOT002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134278" y="3399314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128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LOT003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959881" y="506612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PLT002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160912" y="5075249"/>
            <a:ext cx="801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889104" y="4778092"/>
            <a:ext cx="418093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52566" y="479715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56091" y="4808673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9552" y="161007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10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리스트 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ID, BOX, EA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</a:t>
            </a:r>
            <a:r>
              <a:rPr lang="ko-KR" altLang="en-US" sz="10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안나옴</a:t>
            </a: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분할수량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BOX, EA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리스트 </a:t>
            </a:r>
            <a:r>
              <a:rPr lang="ko-KR" altLang="en-US" sz="10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디폴트값으로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표기</a:t>
            </a:r>
          </a:p>
          <a:p>
            <a:pPr algn="just">
              <a:defRPr/>
            </a:pP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음수 및 대상수량보가 많거나 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입력했을 경우 분할 처리 안됨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17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PDA(PLT 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병합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70800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0452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07233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08008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임의재고이동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08007" y="3169699"/>
            <a:ext cx="2618015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33"/>
          <p:cNvSpPr>
            <a:spLocks noChangeArrowheads="1"/>
          </p:cNvSpPr>
          <p:nvPr/>
        </p:nvSpPr>
        <p:spPr bwMode="auto">
          <a:xfrm>
            <a:off x="776536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07207" y="3607275"/>
            <a:ext cx="26147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10424" y="4045232"/>
            <a:ext cx="2615597" cy="4291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파렛트분할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07477" y="4474420"/>
            <a:ext cx="261444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파렛트병합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/>
          <p:cNvSpPr/>
          <p:nvPr/>
        </p:nvSpPr>
        <p:spPr bwMode="auto">
          <a:xfrm>
            <a:off x="3129201" y="4581663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27701" y="1655167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재고관리         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순서도: 처리 71"/>
          <p:cNvSpPr/>
          <p:nvPr/>
        </p:nvSpPr>
        <p:spPr>
          <a:xfrm>
            <a:off x="3637544" y="1645247"/>
            <a:ext cx="2802038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634064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49459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PLT </a:t>
            </a:r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3689405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444031" y="206084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638342" y="2069973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437311" y="240182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병합버튼 </a:t>
            </a:r>
            <a:r>
              <a:rPr lang="ko-KR" altLang="en-US" sz="8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눌렀을때</a:t>
            </a:r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체크 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638341" y="2410953"/>
            <a:ext cx="8402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</a:t>
            </a:r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 </a:t>
            </a:r>
            <a:r>
              <a:rPr lang="ko-KR" altLang="en-US" sz="8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5173631" y="5533499"/>
            <a:ext cx="944134" cy="25527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3834296" y="5538013"/>
            <a:ext cx="944134" cy="25527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638233" y="3554842"/>
            <a:ext cx="280134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PLT003	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638233" y="3992800"/>
            <a:ext cx="280134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PLT002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634315" y="3284984"/>
            <a:ext cx="2805266" cy="26985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대상</a:t>
            </a:r>
            <a:r>
              <a:rPr lang="en-US" altLang="ko-KR" sz="7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 </a:t>
            </a:r>
          </a:p>
        </p:txBody>
      </p:sp>
    </p:spTree>
    <p:extLst>
      <p:ext uri="{BB962C8B-B14F-4D97-AF65-F5344CB8AC3E}">
        <p14:creationId xmlns:p14="http://schemas.microsoft.com/office/powerpoint/2010/main" val="152328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조회관리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04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39" name="순서도: 처리 38"/>
          <p:cNvSpPr/>
          <p:nvPr/>
        </p:nvSpPr>
        <p:spPr>
          <a:xfrm>
            <a:off x="4183383" y="1610072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7990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82608" y="2258609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183383" y="2696567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LOC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33"/>
          <p:cNvSpPr>
            <a:spLocks noChangeArrowheads="1"/>
          </p:cNvSpPr>
          <p:nvPr/>
        </p:nvSpPr>
        <p:spPr bwMode="auto">
          <a:xfrm>
            <a:off x="4218621" y="1636167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순서도: 처리 66"/>
          <p:cNvSpPr/>
          <p:nvPr/>
        </p:nvSpPr>
        <p:spPr>
          <a:xfrm>
            <a:off x="1223733" y="1603948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220253" y="1610757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341829" y="206969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2669252" y="206084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1341829" y="264784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2669252" y="263899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1341829" y="322499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2669252" y="321614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</a:p>
        </p:txBody>
      </p:sp>
      <p:sp>
        <p:nvSpPr>
          <p:cNvPr id="3" name="타원 2"/>
          <p:cNvSpPr/>
          <p:nvPr/>
        </p:nvSpPr>
        <p:spPr bwMode="auto">
          <a:xfrm>
            <a:off x="3488200" y="3099707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39552" y="1610070"/>
            <a:ext cx="241568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메인화면에서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입고관리 버튼을 클릭 시 보여지는 화면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endParaRPr lang="en-US" altLang="ko-KR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defRPr/>
            </a:pP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시리얼 스캔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33"/>
          <p:cNvSpPr>
            <a:spLocks noChangeArrowheads="1"/>
          </p:cNvSpPr>
          <p:nvPr/>
        </p:nvSpPr>
        <p:spPr bwMode="auto">
          <a:xfrm>
            <a:off x="1270542" y="1642193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341828" y="380214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0884" y="161738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82608" y="161556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81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굴림" panose="020B0600000101010101" pitchFamily="50" charset="-127"/>
                <a:ea typeface="굴림" panose="020B0600000101010101" pitchFamily="50" charset="-127"/>
              </a:rPr>
              <a:t>PDA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제품내역조회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81" name="순서도: 처리 80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재품조회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LOC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1" name="타원 90"/>
          <p:cNvSpPr/>
          <p:nvPr/>
        </p:nvSpPr>
        <p:spPr bwMode="auto">
          <a:xfrm>
            <a:off x="3676406" y="235918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92" name="순서도: 처리 91"/>
          <p:cNvSpPr/>
          <p:nvPr/>
        </p:nvSpPr>
        <p:spPr>
          <a:xfrm>
            <a:off x="416718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4969164" y="2014998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167189" y="2024122"/>
            <a:ext cx="666686" cy="217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973675" y="2285614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167186" y="2294738"/>
            <a:ext cx="611063" cy="22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971284" y="285293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167185" y="2862060"/>
            <a:ext cx="61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 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968893" y="311316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167186" y="3122291"/>
            <a:ext cx="6575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5241032" y="2582370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167186" y="2602010"/>
            <a:ext cx="502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5962536" y="2582370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576070" y="2590489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321103" y="2583430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95408" y="342219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167878" y="3777221"/>
            <a:ext cx="262055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2017-0101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167877" y="4215179"/>
            <a:ext cx="262378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2017-0101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163959" y="3588689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재고수량   제품상태   제조일자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295937" y="5548849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40884" y="164535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66177" y="1647617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제품조회리스트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65342" y="1604890"/>
            <a:ext cx="241568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제품코드는 필수로 입력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LOT ID,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제조일자는 넣어도 되고 안 넣어도 되게 조회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38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PDA(LOC</a:t>
            </a:r>
            <a:r>
              <a:rPr lang="ko-KR" altLang="en-US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  <a:r>
              <a:rPr lang="en-US" altLang="ko-KR" sz="9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38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638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81" name="순서도: 처리 80"/>
          <p:cNvSpPr/>
          <p:nvPr/>
        </p:nvSpPr>
        <p:spPr>
          <a:xfrm>
            <a:off x="1237652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234172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236877" y="2293784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재품조회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237652" y="2731742"/>
            <a:ext cx="261801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LOC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33"/>
          <p:cNvSpPr>
            <a:spLocks noChangeArrowheads="1"/>
          </p:cNvSpPr>
          <p:nvPr/>
        </p:nvSpPr>
        <p:spPr bwMode="auto">
          <a:xfrm>
            <a:off x="1306180" y="169812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1" name="타원 90"/>
          <p:cNvSpPr/>
          <p:nvPr/>
        </p:nvSpPr>
        <p:spPr bwMode="auto">
          <a:xfrm>
            <a:off x="3676406" y="278092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30" name="순서도: 처리 29"/>
          <p:cNvSpPr/>
          <p:nvPr/>
        </p:nvSpPr>
        <p:spPr>
          <a:xfrm>
            <a:off x="4167188" y="1645247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4969164" y="2014998"/>
            <a:ext cx="1646740" cy="2294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67189" y="2024122"/>
            <a:ext cx="666686" cy="217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71284" y="285293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67185" y="2862060"/>
            <a:ext cx="61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 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968893" y="311316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67186" y="3122291"/>
            <a:ext cx="6575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241032" y="2582370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67186" y="2602010"/>
            <a:ext cx="502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962536" y="2582370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6070" y="2590489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21103" y="2583430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95408" y="3422198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67878" y="3777221"/>
            <a:ext cx="262055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프린트          정상          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167877" y="4215179"/>
            <a:ext cx="262378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프린트          정상           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163959" y="3588689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           제품상태             재고수량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308761" y="5530946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40884" y="164535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6177" y="1647617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LOC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조회리스트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65342" y="1604890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Tx/>
              <a:buAutoNum type="arabicPeriod"/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필수 조회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LOT ID,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제조일자는 넣어도 되고 안 넣어도 되게 조회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2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1208584" y="1635586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20253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41829" y="212095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2669252" y="2112108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1341829" y="2699105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2669252" y="269025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1341829" y="3276256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669252" y="3267407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</a:p>
        </p:txBody>
      </p:sp>
      <p:sp>
        <p:nvSpPr>
          <p:cNvPr id="94" name="타원 93"/>
          <p:cNvSpPr/>
          <p:nvPr/>
        </p:nvSpPr>
        <p:spPr bwMode="auto">
          <a:xfrm>
            <a:off x="2173867" y="2631996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1270542" y="166704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4167188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3708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66413" y="2284146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67188" y="2722104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반입적치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35716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0884" y="164535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1341829" y="3808631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8661" y="164429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2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1223733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20253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1270542" y="166704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4167188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3708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35716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222185" y="2284145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22960" y="2722103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/>
          <p:cNvSpPr/>
          <p:nvPr/>
        </p:nvSpPr>
        <p:spPr bwMode="auto">
          <a:xfrm>
            <a:off x="3675075" y="2359374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38839" y="207388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973675" y="233538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35716" y="2344504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73675" y="2615267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35716" y="2624392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48224" y="206142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199417" y="2070553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0884" y="1645350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68661" y="164429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반입검수리스트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9284" y="162880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 조회 후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목록건에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대해서 제품코드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입력및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스캔후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그다음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건이상이면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리스트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선택후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65082" y="3446767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제품코드       제품명      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66138" y="3643609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69623" y="3213556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60912" y="4037694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60912" y="442742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핸펀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299864" y="3778537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03015" y="4162253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303015" y="4561923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그룹 52"/>
          <p:cNvGrpSpPr/>
          <p:nvPr/>
        </p:nvGrpSpPr>
        <p:grpSpPr>
          <a:xfrm>
            <a:off x="4213930" y="5482070"/>
            <a:ext cx="2512063" cy="324886"/>
            <a:chOff x="4232920" y="5482070"/>
            <a:chExt cx="2512063" cy="324886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4232920" y="5482654"/>
              <a:ext cx="769617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5025008" y="5484347"/>
              <a:ext cx="855104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5903358" y="5482070"/>
              <a:ext cx="841625" cy="322609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확정</a:t>
              </a:r>
              <a:endPara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4" r="32944"/>
          <a:stretch>
            <a:fillRect/>
          </a:stretch>
        </p:blipFill>
        <p:spPr bwMode="auto">
          <a:xfrm>
            <a:off x="4299864" y="3474531"/>
            <a:ext cx="114300" cy="128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41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4167188" y="1635608"/>
            <a:ext cx="2618016" cy="4745719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3708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4235716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5044065" y="2638097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48727" y="2647220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044065" y="2921541"/>
            <a:ext cx="1637900" cy="23508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251634" y="2903292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044065" y="3778866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251634" y="3750777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044065" y="406471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251634" y="4055642"/>
            <a:ext cx="603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044065" y="4352745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251634" y="434367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044065" y="464077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51634" y="4631707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5044065" y="4928809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251634" y="4919738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044065" y="521684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251634" y="5207770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6083753" y="4352745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537121" y="439386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044065" y="5504873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251634" y="5495803"/>
            <a:ext cx="679481" cy="21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251635" y="5786598"/>
            <a:ext cx="674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5036585" y="578620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5043292" y="2329820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248727" y="2338945"/>
            <a:ext cx="59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043292" y="351847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250861" y="3501008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5946271" y="351847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56510" y="3526593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360035" y="3538114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263103" y="6049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48251" y="321297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232920" y="2050913"/>
            <a:ext cx="1608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 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배송처명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순서도: 처리 59"/>
          <p:cNvSpPr/>
          <p:nvPr/>
        </p:nvSpPr>
        <p:spPr>
          <a:xfrm>
            <a:off x="1254509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55835" y="1637738"/>
            <a:ext cx="2614959" cy="3126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33"/>
          <p:cNvSpPr>
            <a:spLocks noChangeArrowheads="1"/>
          </p:cNvSpPr>
          <p:nvPr/>
        </p:nvSpPr>
        <p:spPr bwMode="auto">
          <a:xfrm>
            <a:off x="1327843" y="1683809"/>
            <a:ext cx="229749" cy="23870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6160" y="207388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060996" y="233538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323037" y="2344504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60996" y="2615267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323037" y="2624392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183085" y="2925524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375529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035545" y="206142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286738" y="2070553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9" name="타원 78"/>
          <p:cNvSpPr/>
          <p:nvPr/>
        </p:nvSpPr>
        <p:spPr bwMode="auto">
          <a:xfrm>
            <a:off x="3685570" y="3420402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043292" y="321874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6448420" y="32129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5094" y="1636549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반입검수리스트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68661" y="164429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273883" y="3345173"/>
            <a:ext cx="260568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73883" y="3783131"/>
            <a:ext cx="2606456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260928" y="3156640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      제품명   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701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0" name="순서도: 처리 59"/>
          <p:cNvSpPr/>
          <p:nvPr/>
        </p:nvSpPr>
        <p:spPr>
          <a:xfrm>
            <a:off x="1254509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251029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33"/>
          <p:cNvSpPr>
            <a:spLocks noChangeArrowheads="1"/>
          </p:cNvSpPr>
          <p:nvPr/>
        </p:nvSpPr>
        <p:spPr bwMode="auto">
          <a:xfrm>
            <a:off x="1323037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6160" y="207388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060996" y="233538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323037" y="2344504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60996" y="261526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323037" y="2624392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266424" y="3345173"/>
            <a:ext cx="2605682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252153" y="3783131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</a:t>
            </a:r>
            <a:r>
              <a:rPr lang="ko-KR" altLang="en-US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253469" y="3156640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검수수량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183085" y="2925524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375529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035545" y="206142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286738" y="2070553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9" name="타원 78"/>
          <p:cNvSpPr/>
          <p:nvPr/>
        </p:nvSpPr>
        <p:spPr bwMode="auto">
          <a:xfrm>
            <a:off x="3546691" y="192599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70" name="순서도: 처리 69"/>
          <p:cNvSpPr/>
          <p:nvPr/>
        </p:nvSpPr>
        <p:spPr>
          <a:xfrm>
            <a:off x="4206602" y="1635609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203122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33"/>
          <p:cNvSpPr>
            <a:spLocks noChangeArrowheads="1"/>
          </p:cNvSpPr>
          <p:nvPr/>
        </p:nvSpPr>
        <p:spPr bwMode="auto">
          <a:xfrm>
            <a:off x="4275130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8253" y="207388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275130" y="2344504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4202160" y="3345173"/>
            <a:ext cx="262203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                 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강서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4204246" y="3783131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67890                  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강남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205562" y="3156640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  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135178" y="2925524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4327622" y="5436431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4987638" y="2061428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4987638" y="235012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57345" y="164429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3"/>
          <p:cNvSpPr>
            <a:spLocks noChangeArrowheads="1"/>
          </p:cNvSpPr>
          <p:nvPr/>
        </p:nvSpPr>
        <p:spPr bwMode="auto">
          <a:xfrm>
            <a:off x="5951176" y="2353637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7406" y="1646565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반입번호조회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83671" y="1770877"/>
            <a:ext cx="24156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반입일자 오늘날짜로 반입구분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처음거로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디폴트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될수있게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834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557442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53962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604251" y="166704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55894" y="2284145"/>
            <a:ext cx="2618789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반입검수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56669" y="2722103"/>
            <a:ext cx="2618788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반입적치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/>
          <p:cNvSpPr/>
          <p:nvPr/>
        </p:nvSpPr>
        <p:spPr bwMode="auto">
          <a:xfrm>
            <a:off x="3008784" y="2781463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91054" y="1644298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순서도: 처리 58"/>
          <p:cNvSpPr/>
          <p:nvPr/>
        </p:nvSpPr>
        <p:spPr>
          <a:xfrm>
            <a:off x="3592383" y="1610072"/>
            <a:ext cx="2618016" cy="477125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588903" y="1616881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33"/>
          <p:cNvSpPr>
            <a:spLocks noChangeArrowheads="1"/>
          </p:cNvSpPr>
          <p:nvPr/>
        </p:nvSpPr>
        <p:spPr bwMode="auto">
          <a:xfrm>
            <a:off x="3644244" y="165393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479773" y="1976487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625044" y="1985612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500491" y="2295120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606344" y="2276872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500491" y="259303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584848" y="2583964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4989816" y="6000483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604299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순서도: 처리 84"/>
          <p:cNvSpPr/>
          <p:nvPr/>
        </p:nvSpPr>
        <p:spPr>
          <a:xfrm>
            <a:off x="6730283" y="1579465"/>
            <a:ext cx="2618016" cy="1768096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726361" y="1624182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33"/>
          <p:cNvSpPr>
            <a:spLocks noChangeArrowheads="1"/>
          </p:cNvSpPr>
          <p:nvPr/>
        </p:nvSpPr>
        <p:spPr bwMode="auto">
          <a:xfrm>
            <a:off x="6794459" y="167637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35804" y="1630813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88"/>
          <p:cNvSpPr/>
          <p:nvPr/>
        </p:nvSpPr>
        <p:spPr bwMode="auto">
          <a:xfrm>
            <a:off x="6141777" y="1918749"/>
            <a:ext cx="288032" cy="303083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759134" y="1973377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754387" y="2177868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지시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제품코드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6755443" y="2374710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A1-0102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PLT002</a:t>
            </a:r>
            <a:r>
              <a:rPr lang="ko-KR" altLang="en-US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6750217" y="2768795"/>
            <a:ext cx="2616270" cy="38972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A1-0101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126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PLT001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3713791" y="6002706"/>
            <a:ext cx="1096049" cy="32260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791755" y="3607914"/>
            <a:ext cx="24156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적치관리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로케이션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로케이션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로케이션 제품코드 틀림</a:t>
            </a:r>
            <a:endParaRPr lang="en-US" altLang="ko-KR" sz="105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33"/>
          <p:cNvSpPr>
            <a:spLocks noChangeArrowheads="1"/>
          </p:cNvSpPr>
          <p:nvPr/>
        </p:nvSpPr>
        <p:spPr bwMode="auto">
          <a:xfrm>
            <a:off x="5884252" y="1987497"/>
            <a:ext cx="201613" cy="2208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56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반입관리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4160698" y="1634121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160912" y="1640930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4211201" y="1672366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1174455" y="1635608"/>
            <a:ext cx="2618016" cy="4745719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70975" y="1642418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1242983" y="168848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050558" y="2608394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5220" y="2617517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50558" y="2891838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8127" y="2873589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PLT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입수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50558" y="4014135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8127" y="4005064"/>
            <a:ext cx="603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50558" y="4302167"/>
            <a:ext cx="55778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58127" y="4293097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050558" y="4590199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58127" y="4581129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050558" y="4878231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58127" y="4869160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50558" y="5166263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58127" y="5157192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090246" y="4302167"/>
            <a:ext cx="598212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43614" y="434328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050558" y="5454295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58127" y="5445225"/>
            <a:ext cx="679481" cy="21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58128" y="5736020"/>
            <a:ext cx="674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043078" y="5735626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55994" y="2338945"/>
            <a:ext cx="59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045368" y="3182438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52937" y="3164972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948347" y="3182438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58586" y="3190557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362111" y="3202078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270370" y="6049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050558" y="2041787"/>
            <a:ext cx="1637901" cy="26025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40187" y="2050913"/>
            <a:ext cx="727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059314" y="347365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266883" y="3456188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962293" y="3473654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472532" y="3481773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376057" y="3493294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050558" y="3748504"/>
            <a:ext cx="55778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258127" y="3739434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090246" y="3748504"/>
            <a:ext cx="598212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543614" y="3789620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적치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027499" y="2350126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3278692" y="2359251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98004" y="1649619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제품조회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64776" y="1642345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반입적치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</a:t>
            </a: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/>
          <p:cNvSpPr/>
          <p:nvPr/>
        </p:nvSpPr>
        <p:spPr bwMode="auto">
          <a:xfrm>
            <a:off x="3611086" y="2308054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095408" y="2126054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167878" y="2481077"/>
            <a:ext cx="262055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167877" y="2919035"/>
            <a:ext cx="2623783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A1-01  12345 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허니웰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정상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100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63959" y="2292545"/>
            <a:ext cx="2621244" cy="18853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제품명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PLT ID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수량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094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반출관리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1239073" y="1628800"/>
            <a:ext cx="2618016" cy="4195192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20253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35648" y="1636116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WMS   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41829" y="221371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2669252" y="2204864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1341829" y="2791861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반입관리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2669252" y="278301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반출관리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1341829" y="3369012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669252" y="336016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조회관리</a:t>
            </a:r>
          </a:p>
        </p:txBody>
      </p:sp>
      <p:sp>
        <p:nvSpPr>
          <p:cNvPr id="94" name="타원 93"/>
          <p:cNvSpPr/>
          <p:nvPr/>
        </p:nvSpPr>
        <p:spPr bwMode="auto">
          <a:xfrm>
            <a:off x="3488200" y="2664259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1270542" y="166704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4168936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65456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80851" y="1636116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반출리스트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33"/>
          <p:cNvSpPr>
            <a:spLocks noChangeArrowheads="1"/>
          </p:cNvSpPr>
          <p:nvPr/>
        </p:nvSpPr>
        <p:spPr bwMode="auto">
          <a:xfrm>
            <a:off x="4237464" y="1681679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0587" y="206708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975423" y="232857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37464" y="2337695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975423" y="2608458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37464" y="2617583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164849" y="3338364"/>
            <a:ext cx="262168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100        A-1   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166580" y="377632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 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A-1   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167896" y="314983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제품명  지시수량  검수수량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 PLT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7512" y="291871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289956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949972" y="20546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6201165" y="206374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369455" y="3946163"/>
            <a:ext cx="1016945" cy="4407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1950" y="1592660"/>
            <a:ext cx="24156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반출번호만 필수 조회로 설정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AutoNum type="arabicPeriod"/>
              <a:defRPr/>
            </a:pP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 조회 후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목록건에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대해서 제품코드 입력 및 스캔 후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건이면 그 다음 상세 화면으로 이동처리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이상이면 리스트 선택 후 상세화면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237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반출관리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61" name="순서도: 처리 60"/>
          <p:cNvSpPr/>
          <p:nvPr/>
        </p:nvSpPr>
        <p:spPr>
          <a:xfrm>
            <a:off x="4167188" y="1645246"/>
            <a:ext cx="2618016" cy="4736081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163708" y="1652056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79103" y="1652563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반출피킹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33"/>
          <p:cNvSpPr>
            <a:spLocks noChangeArrowheads="1"/>
          </p:cNvSpPr>
          <p:nvPr/>
        </p:nvSpPr>
        <p:spPr bwMode="auto">
          <a:xfrm>
            <a:off x="4219049" y="1689105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5044065" y="2350065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48727" y="2359188"/>
            <a:ext cx="597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044065" y="2633509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Galaxy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51634" y="2615260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044065" y="2914770"/>
            <a:ext cx="828617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51634" y="2886681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</a:t>
            </a: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렛트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044065" y="4064713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251634" y="4055642"/>
            <a:ext cx="6037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044065" y="4352745"/>
            <a:ext cx="55778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2017-01-02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51634" y="4343675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044065" y="4640777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251634" y="4631707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5044065" y="4928809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251634" y="4919738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044065" y="5216841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251634" y="5207770"/>
            <a:ext cx="679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6083753" y="4352745"/>
            <a:ext cx="598212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201712-31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537121" y="4393861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044065" y="5504873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251634" y="5495803"/>
            <a:ext cx="679481" cy="21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251635" y="5786598"/>
            <a:ext cx="674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5036585" y="5786204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VertexID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5043292" y="2041788"/>
            <a:ext cx="82939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248727" y="2050913"/>
            <a:ext cx="59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LOC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531041" y="3225879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257307" y="3208413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170280" y="3225879"/>
            <a:ext cx="413764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872682" y="3233998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528896" y="3245519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263103" y="6049065"/>
            <a:ext cx="2372431" cy="2602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5045471" y="3775402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유통기한임박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파손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폐기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250906" y="3784527"/>
            <a:ext cx="7516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반출사유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5533948" y="3489559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260214" y="3472093"/>
            <a:ext cx="59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피킹수량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6173187" y="3489559"/>
            <a:ext cx="413764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875589" y="3497678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BOX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531803" y="3509199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순서도: 처리 78"/>
          <p:cNvSpPr/>
          <p:nvPr/>
        </p:nvSpPr>
        <p:spPr>
          <a:xfrm>
            <a:off x="1284679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281199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33"/>
          <p:cNvSpPr>
            <a:spLocks noChangeArrowheads="1"/>
          </p:cNvSpPr>
          <p:nvPr/>
        </p:nvSpPr>
        <p:spPr bwMode="auto">
          <a:xfrm>
            <a:off x="1353207" y="1681679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56330" y="206708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091166" y="232857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53207" y="2337695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091166" y="2608458"/>
            <a:ext cx="1637900" cy="235084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353207" y="2617583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280592" y="3338364"/>
            <a:ext cx="262168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A-1      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282323" y="377632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    A-1     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283639" y="314983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  지시수량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 OC        PLT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13255" y="291871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405699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2065715" y="20546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3316908" y="206374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15" name="타원 114"/>
          <p:cNvSpPr/>
          <p:nvPr/>
        </p:nvSpPr>
        <p:spPr bwMode="auto">
          <a:xfrm>
            <a:off x="3740316" y="3413783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80592" y="1636116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반출리스트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6444162" y="3762400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5872682" y="2039270"/>
            <a:ext cx="82939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881636" y="2914330"/>
            <a:ext cx="82939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670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PDA(</a:t>
            </a:r>
            <a:r>
              <a:rPr lang="ko-KR" altLang="en-US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반출관리</a:t>
            </a:r>
            <a:r>
              <a:rPr lang="en-US" altLang="ko-KR" sz="900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9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29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03</a:t>
            </a: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이종혁</a:t>
            </a:r>
          </a:p>
        </p:txBody>
      </p:sp>
      <p:sp>
        <p:nvSpPr>
          <p:cNvPr id="70" name="순서도: 처리 69"/>
          <p:cNvSpPr/>
          <p:nvPr/>
        </p:nvSpPr>
        <p:spPr>
          <a:xfrm>
            <a:off x="4165457" y="1628800"/>
            <a:ext cx="2618642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168363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183758" y="1636116"/>
            <a:ext cx="26061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반출번호조회 </a:t>
            </a:r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05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33"/>
          <p:cNvSpPr>
            <a:spLocks noChangeArrowheads="1"/>
          </p:cNvSpPr>
          <p:nvPr/>
        </p:nvSpPr>
        <p:spPr bwMode="auto">
          <a:xfrm>
            <a:off x="4240371" y="1681679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43494" y="206708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반출일자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4165457" y="3335171"/>
            <a:ext cx="2618641" cy="43320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1111111   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165457" y="3768380"/>
            <a:ext cx="2618641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1111111    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제브라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166773" y="3141888"/>
            <a:ext cx="2617325" cy="19328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                  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en-US" altLang="ko-KR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100419" y="291871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4292863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952879" y="20546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243494" y="234749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반출구분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4952879" y="233502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순서도: 처리 37"/>
          <p:cNvSpPr/>
          <p:nvPr/>
        </p:nvSpPr>
        <p:spPr>
          <a:xfrm>
            <a:off x="1284679" y="1628800"/>
            <a:ext cx="2618016" cy="4267200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FFFF">
                  <a:lumMod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281199" y="1635609"/>
            <a:ext cx="2621495" cy="3079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3"/>
          <p:cNvSpPr>
            <a:spLocks noChangeArrowheads="1"/>
          </p:cNvSpPr>
          <p:nvPr/>
        </p:nvSpPr>
        <p:spPr bwMode="auto">
          <a:xfrm>
            <a:off x="1353207" y="1681679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6330" y="206708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반출번호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091166" y="2328571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53207" y="2337695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091166" y="2608458"/>
            <a:ext cx="1637900" cy="235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53207" y="2617583"/>
            <a:ext cx="5981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공급처명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80592" y="3338364"/>
            <a:ext cx="2621684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100        A-1   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282323" y="3776322"/>
            <a:ext cx="2620727" cy="4379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   100        A-1   P-1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283639" y="3149831"/>
            <a:ext cx="2617325" cy="1889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   제품명   지시수량   검수수량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   PLT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3255" y="2918715"/>
            <a:ext cx="4459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405699" y="5429622"/>
            <a:ext cx="2372431" cy="30508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1000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065715" y="2054619"/>
            <a:ext cx="1175338" cy="229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316908" y="2063744"/>
            <a:ext cx="409767" cy="19736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53" name="타원 52"/>
          <p:cNvSpPr/>
          <p:nvPr/>
        </p:nvSpPr>
        <p:spPr bwMode="auto">
          <a:xfrm>
            <a:off x="3677544" y="2006878"/>
            <a:ext cx="288032" cy="287497"/>
          </a:xfrm>
          <a:prstGeom prst="ellipse">
            <a:avLst/>
          </a:prstGeom>
          <a:solidFill>
            <a:srgbClr val="538E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algn="ctr" eaLnBrk="1" latinLnBrk="1" hangingPunct="1"/>
            <a:endParaRPr lang="ko-KR" altLang="en-US" smtClean="0">
              <a:solidFill>
                <a:srgbClr val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80592" y="1636116"/>
            <a:ext cx="26061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반출리스트        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수원센터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 err="1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버텍스</a:t>
            </a:r>
            <a:r>
              <a:rPr lang="en-US" altLang="ko-KR" sz="800" dirty="0" smtClean="0">
                <a:solidFill>
                  <a:srgbClr val="FFFFFF">
                    <a:lumMod val="9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rgbClr val="FFFFFF">
                  <a:lumMod val="9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33"/>
          <p:cNvSpPr>
            <a:spLocks noChangeArrowheads="1"/>
          </p:cNvSpPr>
          <p:nvPr/>
        </p:nvSpPr>
        <p:spPr bwMode="auto">
          <a:xfrm>
            <a:off x="5894366" y="2327848"/>
            <a:ext cx="230323" cy="235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3671" y="1770877"/>
            <a:ext cx="24156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반출일자 오늘날짜로 반입구분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처음거로</a:t>
            </a:r>
            <a:r>
              <a:rPr lang="ko-KR" altLang="en-US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디폴트 </a:t>
            </a:r>
            <a:r>
              <a:rPr lang="ko-KR" altLang="en-US" sz="105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될수있게</a:t>
            </a:r>
            <a:endParaRPr lang="en-US" altLang="ko-KR" sz="105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34991</TotalTime>
  <Words>4731</Words>
  <Application>Microsoft Office PowerPoint</Application>
  <PresentationFormat>A4 용지(210x297mm)</PresentationFormat>
  <Paragraphs>1571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4" baseType="lpstr">
      <vt:lpstr>Optima</vt:lpstr>
      <vt:lpstr>굴림</vt:lpstr>
      <vt:lpstr>굴림체</vt:lpstr>
      <vt:lpstr>맑은 고딕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mskim</cp:lastModifiedBy>
  <cp:revision>1979</cp:revision>
  <dcterms:created xsi:type="dcterms:W3CDTF">2002-03-20T01:19:40Z</dcterms:created>
  <dcterms:modified xsi:type="dcterms:W3CDTF">2017-11-22T06:19:39Z</dcterms:modified>
</cp:coreProperties>
</file>