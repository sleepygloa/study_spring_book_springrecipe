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6"/>
  </p:notesMasterIdLst>
  <p:sldIdLst>
    <p:sldId id="265" r:id="rId2"/>
    <p:sldId id="267" r:id="rId3"/>
    <p:sldId id="294" r:id="rId4"/>
    <p:sldId id="269" r:id="rId5"/>
    <p:sldId id="290" r:id="rId6"/>
    <p:sldId id="270" r:id="rId7"/>
    <p:sldId id="272" r:id="rId8"/>
    <p:sldId id="274" r:id="rId9"/>
    <p:sldId id="295" r:id="rId10"/>
    <p:sldId id="276" r:id="rId11"/>
    <p:sldId id="296" r:id="rId12"/>
    <p:sldId id="278" r:id="rId13"/>
    <p:sldId id="281" r:id="rId14"/>
    <p:sldId id="284" r:id="rId15"/>
  </p:sldIdLst>
  <p:sldSz cx="6858000" cy="9906000" type="A4"/>
  <p:notesSz cx="6799263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orient="horz" pos="417" userDrawn="1">
          <p15:clr>
            <a:srgbClr val="A4A3A4"/>
          </p15:clr>
        </p15:guide>
        <p15:guide id="3" orient="horz" pos="5823" userDrawn="1">
          <p15:clr>
            <a:srgbClr val="A4A3A4"/>
          </p15:clr>
        </p15:guide>
        <p15:guide id="4" orient="horz" pos="3366" userDrawn="1">
          <p15:clr>
            <a:srgbClr val="A4A3A4"/>
          </p15:clr>
        </p15:guide>
        <p15:guide id="5" pos="2160" userDrawn="1">
          <p15:clr>
            <a:srgbClr val="A4A3A4"/>
          </p15:clr>
        </p15:guide>
        <p15:guide id="6" pos="346" userDrawn="1">
          <p15:clr>
            <a:srgbClr val="A4A3A4"/>
          </p15:clr>
        </p15:guide>
        <p15:guide id="7" pos="3974" userDrawn="1">
          <p15:clr>
            <a:srgbClr val="A4A3A4"/>
          </p15:clr>
        </p15:guide>
        <p15:guide id="8" pos="482" userDrawn="1">
          <p15:clr>
            <a:srgbClr val="A4A3A4"/>
          </p15:clr>
        </p15:guide>
        <p15:guide id="9" pos="164" userDrawn="1">
          <p15:clr>
            <a:srgbClr val="A4A3A4"/>
          </p15:clr>
        </p15:guide>
        <p15:guide id="10" pos="4156" userDrawn="1">
          <p15:clr>
            <a:srgbClr val="A4A3A4"/>
          </p15:clr>
        </p15:guide>
        <p15:guide id="11" orient="horz" pos="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1332" y="-2028"/>
      </p:cViewPr>
      <p:guideLst>
        <p:guide orient="horz" pos="3120"/>
        <p:guide orient="horz" pos="417"/>
        <p:guide orient="horz" pos="5823"/>
        <p:guide orient="horz" pos="3366"/>
        <p:guide pos="2160"/>
        <p:guide pos="346"/>
        <p:guide pos="3974"/>
        <p:guide pos="482"/>
        <p:guide pos="164"/>
        <p:guide pos="4156"/>
        <p:guide orient="horz" pos="7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r">
              <a:defRPr sz="1200"/>
            </a:lvl1pPr>
          </a:lstStyle>
          <a:p>
            <a:fld id="{43CB2420-59EC-4A09-9982-271C07D7D95A}" type="datetimeFigureOut">
              <a:rPr lang="ko-KR" altLang="en-US" smtClean="0"/>
              <a:t>2018-01-12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44538"/>
            <a:ext cx="25765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58" tIns="45729" rIns="91458" bIns="4572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927" y="4716662"/>
            <a:ext cx="5439410" cy="4468416"/>
          </a:xfrm>
          <a:prstGeom prst="rect">
            <a:avLst/>
          </a:prstGeom>
        </p:spPr>
        <p:txBody>
          <a:bodyPr vert="horz" lIns="91458" tIns="45729" rIns="91458" bIns="45729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1599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343" y="9431599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r">
              <a:defRPr sz="1200"/>
            </a:lvl1pPr>
          </a:lstStyle>
          <a:p>
            <a:fld id="{2C25CD28-6BA2-405C-B4B8-46A6C1A2F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06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F443F6D3-B642-4A97-9BA0-3A1F7FB74D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98"/>
            <a:ext cx="6858000" cy="9907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D9C795-9E54-4113-BE3C-D812C6C15148}"/>
              </a:ext>
            </a:extLst>
          </p:cNvPr>
          <p:cNvSpPr txBox="1"/>
          <p:nvPr userDrawn="1"/>
        </p:nvSpPr>
        <p:spPr>
          <a:xfrm>
            <a:off x="764704" y="3576137"/>
            <a:ext cx="5693817" cy="58477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물류센터 관리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984B9BA-9053-40CF-BED5-84FA55E80D70}"/>
              </a:ext>
            </a:extLst>
          </p:cNvPr>
          <p:cNvSpPr txBox="1"/>
          <p:nvPr userDrawn="1"/>
        </p:nvSpPr>
        <p:spPr>
          <a:xfrm>
            <a:off x="764704" y="4367644"/>
            <a:ext cx="2140330" cy="46166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사용자 매뉴얼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F108091-B9EA-4AE9-856E-001F87BE7F5D}"/>
              </a:ext>
            </a:extLst>
          </p:cNvPr>
          <p:cNvSpPr txBox="1"/>
          <p:nvPr userDrawn="1"/>
        </p:nvSpPr>
        <p:spPr>
          <a:xfrm>
            <a:off x="2830759" y="4521532"/>
            <a:ext cx="598241" cy="307777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 1.0</a:t>
            </a:r>
            <a:endParaRPr lang="ko-KR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E678DF4-F4F4-42A4-904B-2BD0A2BE0DDF}"/>
              </a:ext>
            </a:extLst>
          </p:cNvPr>
          <p:cNvSpPr txBox="1"/>
          <p:nvPr userDrawn="1"/>
        </p:nvSpPr>
        <p:spPr>
          <a:xfrm>
            <a:off x="28340" y="560512"/>
            <a:ext cx="338554" cy="4824000"/>
          </a:xfrm>
          <a:prstGeom prst="rect">
            <a:avLst/>
          </a:prstGeom>
          <a:noFill/>
        </p:spPr>
        <p:txBody>
          <a:bodyPr vert="vert" wrap="square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Paragon WMS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 사용자매뉴얼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5B90AA73-9F06-4073-8617-6398544354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2" y="3044146"/>
            <a:ext cx="16668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7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98C9B5DE-9115-412D-971A-D470A1F25A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98"/>
            <a:ext cx="6858000" cy="9907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D9C795-9E54-4113-BE3C-D812C6C15148}"/>
              </a:ext>
            </a:extLst>
          </p:cNvPr>
          <p:cNvSpPr txBox="1"/>
          <p:nvPr userDrawn="1"/>
        </p:nvSpPr>
        <p:spPr>
          <a:xfrm>
            <a:off x="764704" y="3576137"/>
            <a:ext cx="5693817" cy="58477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물류센터 관리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984B9BA-9053-40CF-BED5-84FA55E80D70}"/>
              </a:ext>
            </a:extLst>
          </p:cNvPr>
          <p:cNvSpPr txBox="1"/>
          <p:nvPr userDrawn="1"/>
        </p:nvSpPr>
        <p:spPr>
          <a:xfrm>
            <a:off x="764704" y="4367644"/>
            <a:ext cx="2140330" cy="46166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사용자 매뉴얼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F108091-B9EA-4AE9-856E-001F87BE7F5D}"/>
              </a:ext>
            </a:extLst>
          </p:cNvPr>
          <p:cNvSpPr txBox="1"/>
          <p:nvPr userDrawn="1"/>
        </p:nvSpPr>
        <p:spPr>
          <a:xfrm>
            <a:off x="2830759" y="4521532"/>
            <a:ext cx="598241" cy="307777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 1.0</a:t>
            </a:r>
            <a:endParaRPr lang="ko-KR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E678DF4-F4F4-42A4-904B-2BD0A2BE0DDF}"/>
              </a:ext>
            </a:extLst>
          </p:cNvPr>
          <p:cNvSpPr txBox="1"/>
          <p:nvPr userDrawn="1"/>
        </p:nvSpPr>
        <p:spPr>
          <a:xfrm>
            <a:off x="28340" y="560512"/>
            <a:ext cx="338554" cy="4824000"/>
          </a:xfrm>
          <a:prstGeom prst="rect">
            <a:avLst/>
          </a:prstGeom>
          <a:noFill/>
        </p:spPr>
        <p:txBody>
          <a:bodyPr vert="vert" wrap="square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Paragon WMS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 사용자매뉴얼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5B90AA73-9F06-4073-8617-6398544354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2" y="3044146"/>
            <a:ext cx="16668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92B2CF9A-EB2D-4083-BAD4-FC52DE3AA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2"/>
            <a:ext cx="6858000" cy="990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2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178968" y="9417496"/>
            <a:ext cx="500063" cy="2746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fld id="{A82606C5-66CC-4370-AB9C-5F54C7573887}" type="slidenum"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/>
              <a:t>‹#›</a:t>
            </a:fld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404813" y="9417050"/>
            <a:ext cx="6046787" cy="0"/>
          </a:xfrm>
          <a:prstGeom prst="line">
            <a:avLst/>
          </a:prstGeom>
          <a:noFill/>
          <a:ln w="28575">
            <a:solidFill>
              <a:srgbClr val="000000">
                <a:alpha val="39999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04813" y="673464"/>
            <a:ext cx="6046787" cy="0"/>
          </a:xfrm>
          <a:prstGeom prst="line">
            <a:avLst/>
          </a:prstGeom>
          <a:noFill/>
          <a:ln w="28575">
            <a:solidFill>
              <a:srgbClr val="000000">
                <a:alpha val="39999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460" y="9508996"/>
            <a:ext cx="816894" cy="196532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4824134" y="361671"/>
            <a:ext cx="1629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사용자 매뉴얼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DD876889-8A49-46A8-A274-C110138353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3" y="215462"/>
            <a:ext cx="1666875" cy="4286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0" r:id="rId4"/>
  </p:sldLayoutIdLst>
  <p:txStyles>
    <p:titleStyle>
      <a:lvl1pPr algn="ctr" defTabSz="990570" rtl="0" eaLnBrk="1" latinLnBrk="1" hangingPunct="1"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464" indent="-371464" algn="l" defTabSz="990570" rtl="0" eaLnBrk="1" latinLnBrk="1" hangingPunct="1">
        <a:spcBef>
          <a:spcPct val="20000"/>
        </a:spcBef>
        <a:buFont typeface="Arial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defTabSz="990570" rtl="0" eaLnBrk="1" latinLnBrk="1" hangingPunct="1">
        <a:spcBef>
          <a:spcPct val="20000"/>
        </a:spcBef>
        <a:buFont typeface="Arial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1" hangingPunct="1">
        <a:spcBef>
          <a:spcPct val="20000"/>
        </a:spcBef>
        <a:buFont typeface="Arial" pitchFamily="34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1" hangingPunct="1">
        <a:spcBef>
          <a:spcPct val="20000"/>
        </a:spcBef>
        <a:buFont typeface="Arial" pitchFamily="34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49834" y="3872880"/>
            <a:ext cx="1321048" cy="1200329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7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itchFamily="50" charset="-127"/>
              </a:rPr>
              <a:t>5.</a:t>
            </a:r>
            <a:endParaRPr lang="ko-KR" altLang="en-US" sz="72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Arial Unicode MS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0882" y="4232920"/>
            <a:ext cx="3096344" cy="784830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500" dirty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반품관리</a:t>
            </a:r>
          </a:p>
        </p:txBody>
      </p:sp>
    </p:spTree>
    <p:extLst>
      <p:ext uri="{BB962C8B-B14F-4D97-AF65-F5344CB8AC3E}">
        <p14:creationId xmlns:p14="http://schemas.microsoft.com/office/powerpoint/2010/main" val="1823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5B14D005-41DB-48CE-B0C1-6065F3DD5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794" y="1163678"/>
            <a:ext cx="2085975" cy="3114675"/>
          </a:xfrm>
          <a:prstGeom prst="rect">
            <a:avLst/>
          </a:prstGeom>
        </p:spPr>
      </p:pic>
      <p:sp>
        <p:nvSpPr>
          <p:cNvPr id="3" name="AutoShape 269"/>
          <p:cNvSpPr>
            <a:spLocks noChangeArrowheads="1"/>
          </p:cNvSpPr>
          <p:nvPr/>
        </p:nvSpPr>
        <p:spPr bwMode="auto">
          <a:xfrm>
            <a:off x="404664" y="1163678"/>
            <a:ext cx="660400" cy="3114675"/>
          </a:xfrm>
          <a:prstGeom prst="rightArrowCallout">
            <a:avLst>
              <a:gd name="adj1" fmla="val 40102"/>
              <a:gd name="adj2" fmla="val 40106"/>
              <a:gd name="adj3" fmla="val 16697"/>
              <a:gd name="adj4" fmla="val 73222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eaVert" wrap="none" lIns="92075" tIns="82800" rIns="92075" bIns="46038" anchor="ctr"/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kern="0" noProof="0" dirty="0" smtClean="0">
                <a:solidFill>
                  <a:srgbClr val="000000"/>
                </a:solidFill>
                <a:sym typeface="Wingdings" pitchFamily="2" charset="2"/>
              </a:rPr>
              <a:t>메뉴 구조</a:t>
            </a:r>
            <a:endParaRPr kumimoji="1" lang="ko-KR" alt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2767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72816" y="3872880"/>
            <a:ext cx="1798066" cy="1200329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7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itchFamily="50" charset="-127"/>
              </a:rPr>
              <a:t>5-1.</a:t>
            </a:r>
            <a:endParaRPr lang="ko-KR" altLang="en-US" sz="72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Arial Unicode MS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0882" y="4232920"/>
            <a:ext cx="3096344" cy="784830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500" dirty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반입관리</a:t>
            </a:r>
          </a:p>
        </p:txBody>
      </p:sp>
    </p:spTree>
    <p:extLst>
      <p:ext uri="{BB962C8B-B14F-4D97-AF65-F5344CB8AC3E}">
        <p14:creationId xmlns:p14="http://schemas.microsoft.com/office/powerpoint/2010/main" val="1553726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8453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1. </a:t>
            </a:r>
            <a:r>
              <a:rPr lang="ko-KR" altLang="en-US" b="1" dirty="0">
                <a:latin typeface="+mn-ea"/>
              </a:rPr>
              <a:t>반입예정등록</a:t>
            </a:r>
            <a:endParaRPr lang="en-US" altLang="ko-KR" b="1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959074B5-1A74-4A7D-890E-F0464CA86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307380"/>
            <a:ext cx="6239403" cy="365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5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C72F894A-0097-4FBD-93B7-416394BE4024}"/>
              </a:ext>
            </a:extLst>
          </p:cNvPr>
          <p:cNvSpPr/>
          <p:nvPr/>
        </p:nvSpPr>
        <p:spPr>
          <a:xfrm>
            <a:off x="309298" y="738136"/>
            <a:ext cx="267092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 err="1">
                <a:latin typeface="+mn-ea"/>
              </a:rPr>
              <a:t>반입예정신규등록팝업</a:t>
            </a:r>
            <a:endParaRPr lang="en-US" altLang="ko-KR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9CDC46D0-9941-4CB2-A344-023260DA6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96" y="1242873"/>
            <a:ext cx="6165305" cy="356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1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30195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2.</a:t>
            </a:r>
            <a:r>
              <a:rPr lang="ko-KR" altLang="en-US" b="1" dirty="0" err="1">
                <a:latin typeface="+mn-ea"/>
              </a:rPr>
              <a:t>반입검수</a:t>
            </a:r>
            <a:endParaRPr lang="en-US" altLang="ko-KR" b="1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F195F8E0-BF61-4A51-BADB-2F6BAA516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256780"/>
            <a:ext cx="6239403" cy="367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9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3837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3. </a:t>
            </a:r>
            <a:r>
              <a:rPr lang="ko-KR" altLang="en-US" b="1" dirty="0" err="1">
                <a:latin typeface="+mn-ea"/>
              </a:rPr>
              <a:t>반입적치</a:t>
            </a:r>
            <a:endParaRPr lang="en-US" altLang="ko-KR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92AB0A31-4F2A-4459-A13B-6BF936A10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34" y="1245967"/>
            <a:ext cx="6218567" cy="367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6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8453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4. </a:t>
            </a:r>
            <a:r>
              <a:rPr lang="ko-KR" altLang="en-US" b="1" dirty="0">
                <a:latin typeface="+mn-ea"/>
              </a:rPr>
              <a:t>반입내역조회</a:t>
            </a:r>
            <a:endParaRPr lang="en-US" altLang="ko-KR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A57B6CE3-87A0-44F3-AD33-DBC4B4FB8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73" y="1237930"/>
            <a:ext cx="6231029" cy="367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5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72816" y="3872880"/>
            <a:ext cx="1798066" cy="1200329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7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itchFamily="50" charset="-127"/>
              </a:rPr>
              <a:t>5-2.</a:t>
            </a:r>
            <a:endParaRPr lang="ko-KR" altLang="en-US" sz="72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Arial Unicode MS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0882" y="4232920"/>
            <a:ext cx="3096344" cy="784830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500" dirty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반출관리</a:t>
            </a:r>
          </a:p>
        </p:txBody>
      </p:sp>
    </p:spTree>
    <p:extLst>
      <p:ext uri="{BB962C8B-B14F-4D97-AF65-F5344CB8AC3E}">
        <p14:creationId xmlns:p14="http://schemas.microsoft.com/office/powerpoint/2010/main" val="2918069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8453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5. </a:t>
            </a:r>
            <a:r>
              <a:rPr lang="ko-KR" altLang="en-US" b="1" dirty="0">
                <a:latin typeface="+mn-ea"/>
              </a:rPr>
              <a:t>반출예정등록</a:t>
            </a:r>
            <a:endParaRPr lang="en-US" altLang="ko-KR" b="1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52947C0A-A662-45A5-991D-76F9CCD19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256780"/>
            <a:ext cx="6239403" cy="367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55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C72F894A-0097-4FBD-93B7-416394BE4024}"/>
              </a:ext>
            </a:extLst>
          </p:cNvPr>
          <p:cNvSpPr/>
          <p:nvPr/>
        </p:nvSpPr>
        <p:spPr>
          <a:xfrm>
            <a:off x="309298" y="738136"/>
            <a:ext cx="267092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 err="1">
                <a:latin typeface="+mn-ea"/>
              </a:rPr>
              <a:t>반출예정신규등록팝업</a:t>
            </a:r>
            <a:endParaRPr lang="en-US" altLang="ko-KR" b="1" dirty="0"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32C529BF-5290-47A7-979A-D45BF25D4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368766"/>
            <a:ext cx="6239403" cy="33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1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3837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6. </a:t>
            </a:r>
            <a:r>
              <a:rPr lang="ko-KR" altLang="en-US" b="1" dirty="0">
                <a:latin typeface="+mn-ea"/>
              </a:rPr>
              <a:t>반출지시</a:t>
            </a:r>
            <a:endParaRPr lang="en-US" altLang="ko-KR" b="1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56E04BBB-E52C-4C8D-A26A-501C9846B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300116"/>
            <a:ext cx="6239405" cy="36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5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8453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7. </a:t>
            </a:r>
            <a:r>
              <a:rPr lang="ko-KR" altLang="en-US" b="1" dirty="0" err="1">
                <a:latin typeface="+mn-ea"/>
              </a:rPr>
              <a:t>반출피킹확정</a:t>
            </a:r>
            <a:endParaRPr lang="en-US" altLang="ko-KR" b="1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86B61E3D-18BE-4FD6-9702-19BA37771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66" y="1263330"/>
            <a:ext cx="6247137" cy="36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43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8453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8. </a:t>
            </a:r>
            <a:r>
              <a:rPr lang="ko-KR" altLang="en-US" b="1" dirty="0">
                <a:latin typeface="+mn-ea"/>
              </a:rPr>
              <a:t>반출내역조회</a:t>
            </a:r>
            <a:endParaRPr lang="en-US" altLang="ko-KR" b="1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9D593D6B-F052-4E1A-A747-064CA018D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289696"/>
            <a:ext cx="6239404" cy="36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4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3633</TotalTime>
  <Words>39</Words>
  <Application>Microsoft Office PowerPoint</Application>
  <PresentationFormat>A4 용지(210x297mm)</PresentationFormat>
  <Paragraphs>17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Arial Unicode MS</vt:lpstr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jklee</dc:creator>
  <cp:lastModifiedBy>jklee</cp:lastModifiedBy>
  <cp:revision>198</cp:revision>
  <cp:lastPrinted>2016-09-08T03:03:05Z</cp:lastPrinted>
  <dcterms:created xsi:type="dcterms:W3CDTF">2015-04-14T16:33:56Z</dcterms:created>
  <dcterms:modified xsi:type="dcterms:W3CDTF">2018-01-12T05:37:04Z</dcterms:modified>
</cp:coreProperties>
</file>